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7281525" cy="11880850"/>
  <p:notesSz cx="6858000" cy="9144000"/>
  <p:defaultTextStyle>
    <a:defPPr>
      <a:defRPr lang="es-VE"/>
    </a:defPPr>
    <a:lvl1pPr marL="0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1pPr>
    <a:lvl2pPr marL="833201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2pPr>
    <a:lvl3pPr marL="1666403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3pPr>
    <a:lvl4pPr marL="2499604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4pPr>
    <a:lvl5pPr marL="3332805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5pPr>
    <a:lvl6pPr marL="4166006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6pPr>
    <a:lvl7pPr marL="4999208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7pPr>
    <a:lvl8pPr marL="5832409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8pPr>
    <a:lvl9pPr marL="6665610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326" y="-126"/>
      </p:cViewPr>
      <p:guideLst>
        <p:guide orient="horz" pos="3742"/>
        <p:guide pos="54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964B58-9B04-4660-B5C5-1A17BC73C9C3}" type="datetimeFigureOut">
              <a:rPr lang="es-VE" smtClean="0"/>
              <a:t>7/3/2026</a:t>
            </a:fld>
            <a:endParaRPr lang="es-VE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685800"/>
            <a:ext cx="4984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VE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D03325-5122-43D9-A602-1F3D4D646D9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518542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1pPr>
    <a:lvl2pPr marL="833201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2pPr>
    <a:lvl3pPr marL="1666403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3pPr>
    <a:lvl4pPr marL="2499604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4pPr>
    <a:lvl5pPr marL="3332805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5pPr>
    <a:lvl6pPr marL="4166006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6pPr>
    <a:lvl7pPr marL="4999208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7pPr>
    <a:lvl8pPr marL="5832409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8pPr>
    <a:lvl9pPr marL="6665610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VE" altLang="es-VE" smtClean="0"/>
          </a:p>
        </p:txBody>
      </p:sp>
      <p:sp>
        <p:nvSpPr>
          <p:cNvPr id="24580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C72763D-7B57-4E6A-9BA4-1746F77AE4DE}" type="slidenum">
              <a:rPr lang="es-VE" altLang="es-VE"/>
              <a:pPr/>
              <a:t>1</a:t>
            </a:fld>
            <a:endParaRPr lang="es-VE" altLang="es-V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296115" y="3690766"/>
            <a:ext cx="14689297" cy="254668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592230" y="6732482"/>
            <a:ext cx="12097068" cy="303621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2119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423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635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847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059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7271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84838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96957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B2AC2B-EC05-43E5-A34B-5D9F4D4BBBD3}" type="datetimeFigureOut">
              <a:rPr lang="es-VE" altLang="es-VE"/>
              <a:pPr>
                <a:defRPr/>
              </a:pPr>
              <a:t>7/3/2026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A09B2B-B534-44F1-BCF5-513CC7C664CD}" type="slidenum">
              <a:rPr lang="es-VE" altLang="es-VE"/>
              <a:pPr>
                <a:defRPr/>
              </a:pPr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1168580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863600" y="476250"/>
            <a:ext cx="15554325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título del patrón</a:t>
            </a:r>
            <a:endParaRPr lang="es-VE" altLang="es-VE" smtClean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863600" y="2771775"/>
            <a:ext cx="15554325" cy="784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66640" tIns="83320" rIns="166640" bIns="833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texto del patrón</a:t>
            </a:r>
          </a:p>
          <a:p>
            <a:pPr lvl="1"/>
            <a:r>
              <a:rPr lang="es-ES" altLang="es-VE" smtClean="0"/>
              <a:t>Segundo nivel</a:t>
            </a:r>
          </a:p>
          <a:p>
            <a:pPr lvl="2"/>
            <a:r>
              <a:rPr lang="es-ES" altLang="es-VE" smtClean="0"/>
              <a:t>Tercer nivel</a:t>
            </a:r>
          </a:p>
          <a:p>
            <a:pPr lvl="3"/>
            <a:r>
              <a:rPr lang="es-ES" altLang="es-VE" smtClean="0"/>
              <a:t>Cuarto nivel</a:t>
            </a:r>
          </a:p>
          <a:p>
            <a:pPr lvl="4"/>
            <a:r>
              <a:rPr lang="es-ES" altLang="es-VE" smtClean="0"/>
              <a:t>Quinto nivel</a:t>
            </a:r>
            <a:endParaRPr lang="es-VE" altLang="es-VE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863600" y="11012488"/>
            <a:ext cx="403225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>
            <a:lvl1pPr defTabSz="2422525">
              <a:defRPr sz="3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5A82714B-139D-4C27-9004-7456C2584241}" type="datetimeFigureOut">
              <a:rPr lang="es-VE" altLang="es-VE"/>
              <a:pPr>
                <a:defRPr/>
              </a:pPr>
              <a:t>7/3/2026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5903913" y="11012488"/>
            <a:ext cx="547370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>
            <a:lvl1pPr algn="ctr" defTabSz="2422525">
              <a:defRPr sz="3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2385675" y="11012488"/>
            <a:ext cx="403225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>
            <a:lvl1pPr algn="r" defTabSz="2422525">
              <a:defRPr sz="3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803C63B8-2D8B-4575-9F0A-3403CD128551}" type="slidenum">
              <a:rPr lang="es-VE" altLang="es-VE"/>
              <a:pPr>
                <a:defRPr/>
              </a:pPr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703834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2420938" rtl="0" eaLnBrk="0" fontAlgn="base" hangingPunct="0">
        <a:spcBef>
          <a:spcPct val="0"/>
        </a:spcBef>
        <a:spcAft>
          <a:spcPct val="0"/>
        </a:spcAft>
        <a:defRPr sz="116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2pPr>
      <a:lvl3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3pPr>
      <a:lvl4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4pPr>
      <a:lvl5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5pPr>
      <a:lvl6pPr marL="665043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6pPr>
      <a:lvl7pPr marL="1330086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7pPr>
      <a:lvl8pPr marL="1995129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8pPr>
      <a:lvl9pPr marL="2660172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9pPr>
    </p:titleStyle>
    <p:bodyStyle>
      <a:lvl1pPr marL="906463" indent="-906463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1966913" indent="-7572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7400" kern="1200">
          <a:solidFill>
            <a:schemeClr val="tx1"/>
          </a:solidFill>
          <a:latin typeface="+mn-lt"/>
          <a:ea typeface="+mn-ea"/>
          <a:cs typeface="+mn-cs"/>
        </a:defRPr>
      </a:lvl2pPr>
      <a:lvl3pPr marL="3028950" indent="-6048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4238625" indent="-6048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5200" kern="1200">
          <a:solidFill>
            <a:schemeClr val="tx1"/>
          </a:solidFill>
          <a:latin typeface="+mn-lt"/>
          <a:ea typeface="+mn-ea"/>
          <a:cs typeface="+mn-cs"/>
        </a:defRPr>
      </a:lvl4pPr>
      <a:lvl5pPr marL="5451475" indent="-6048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5200" kern="1200">
          <a:solidFill>
            <a:schemeClr val="tx1"/>
          </a:solidFill>
          <a:latin typeface="+mn-lt"/>
          <a:ea typeface="+mn-ea"/>
          <a:cs typeface="+mn-cs"/>
        </a:defRPr>
      </a:lvl5pPr>
      <a:lvl6pPr marL="6665860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6pPr>
      <a:lvl7pPr marL="7877834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7pPr>
      <a:lvl8pPr marL="9089810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8pPr>
      <a:lvl9pPr marL="10301784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1974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23950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35924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47898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59872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271848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483822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695796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3 Imagen" descr="marco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9" t="2753" r="1453" b="815"/>
          <a:stretch>
            <a:fillRect/>
          </a:stretch>
        </p:blipFill>
        <p:spPr bwMode="auto">
          <a:xfrm>
            <a:off x="144463" y="395288"/>
            <a:ext cx="16956087" cy="1116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29 Rectángulo"/>
          <p:cNvSpPr/>
          <p:nvPr/>
        </p:nvSpPr>
        <p:spPr>
          <a:xfrm>
            <a:off x="14442115" y="5076329"/>
            <a:ext cx="642942" cy="186204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ja-JP" altLang="es-VE" sz="1150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證</a:t>
            </a:r>
            <a:endParaRPr lang="es-VE" sz="115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5" name="34 CuadroTexto"/>
          <p:cNvSpPr txBox="1"/>
          <p:nvPr/>
        </p:nvSpPr>
        <p:spPr>
          <a:xfrm>
            <a:off x="9478500" y="2196009"/>
            <a:ext cx="818446" cy="8722842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>
              <a:defRPr/>
            </a:pPr>
            <a:r>
              <a:rPr lang="ja-JP" altLang="es-VE" sz="44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国際糸東流空手道オコア協会</a:t>
            </a:r>
            <a:endParaRPr lang="es-VE" altLang="ja-JP" sz="44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6" name="35 CuadroTexto"/>
          <p:cNvSpPr txBox="1"/>
          <p:nvPr/>
        </p:nvSpPr>
        <p:spPr>
          <a:xfrm>
            <a:off x="8686412" y="2255409"/>
            <a:ext cx="968038" cy="8087378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>
              <a:defRPr/>
            </a:pPr>
            <a:r>
              <a:rPr lang="ja-JP" altLang="es-VE" sz="54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コアオルランド　錬士</a:t>
            </a:r>
            <a:endParaRPr lang="es-VE" sz="54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41" name="40 CuadroTexto"/>
          <p:cNvSpPr txBox="1"/>
          <p:nvPr/>
        </p:nvSpPr>
        <p:spPr>
          <a:xfrm>
            <a:off x="11925314" y="2196009"/>
            <a:ext cx="1237343" cy="8190604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71">
              <a:defRPr/>
            </a:pPr>
            <a:r>
              <a:rPr lang="ja-JP" altLang="es-VE" sz="66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右者</a:t>
            </a:r>
            <a:r>
              <a:rPr lang="ja-JP" altLang="es-VE" sz="72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糸東流</a:t>
            </a:r>
            <a:r>
              <a:rPr lang="ja-JP" altLang="es-VE" sz="66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空手道</a:t>
            </a:r>
            <a:endParaRPr lang="es-VE" sz="66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12295" name="78 CuadroTexto"/>
          <p:cNvSpPr txBox="1">
            <a:spLocks noChangeArrowheads="1"/>
          </p:cNvSpPr>
          <p:nvPr/>
        </p:nvSpPr>
        <p:spPr bwMode="auto">
          <a:xfrm>
            <a:off x="1196975" y="3852863"/>
            <a:ext cx="7473950" cy="94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2800">
                <a:solidFill>
                  <a:srgbClr val="000000"/>
                </a:solidFill>
                <a:latin typeface="Lucida Calligraphy" pitchFamily="66" charset="0"/>
              </a:rPr>
              <a:t>Otorga el presente                                                Certificado A:</a:t>
            </a:r>
          </a:p>
        </p:txBody>
      </p:sp>
      <p:sp>
        <p:nvSpPr>
          <p:cNvPr id="12296" name="10 CuadroTexto"/>
          <p:cNvSpPr txBox="1">
            <a:spLocks noChangeArrowheads="1"/>
          </p:cNvSpPr>
          <p:nvPr/>
        </p:nvSpPr>
        <p:spPr bwMode="auto">
          <a:xfrm>
            <a:off x="1196975" y="2767013"/>
            <a:ext cx="747395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2400">
                <a:solidFill>
                  <a:srgbClr val="000000"/>
                </a:solidFill>
                <a:latin typeface="Arial Black" pitchFamily="34" charset="0"/>
              </a:rPr>
              <a:t>ORGANIZACIÓN KOKUSAI SHITO RYU                    KARATE DO OCOA</a:t>
            </a:r>
          </a:p>
        </p:txBody>
      </p:sp>
      <p:sp>
        <p:nvSpPr>
          <p:cNvPr id="2" name="1 Elipse"/>
          <p:cNvSpPr>
            <a:spLocks/>
          </p:cNvSpPr>
          <p:nvPr/>
        </p:nvSpPr>
        <p:spPr>
          <a:xfrm>
            <a:off x="-4465638" y="1370013"/>
            <a:ext cx="1835150" cy="1836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altLang="es-VE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2298" name="78 CuadroTexto"/>
          <p:cNvSpPr txBox="1">
            <a:spLocks noChangeArrowheads="1"/>
          </p:cNvSpPr>
          <p:nvPr/>
        </p:nvSpPr>
        <p:spPr bwMode="auto">
          <a:xfrm>
            <a:off x="1871663" y="3484563"/>
            <a:ext cx="6192837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>
                <a:solidFill>
                  <a:srgbClr val="000000"/>
                </a:solidFill>
                <a:latin typeface="AccoladeLH" pitchFamily="2" charset="0"/>
              </a:rPr>
              <a:t>Afiliada a la Federación Venezolana de Karate Do</a:t>
            </a:r>
          </a:p>
        </p:txBody>
      </p:sp>
      <p:pic>
        <p:nvPicPr>
          <p:cNvPr id="12299" name="Picture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2700" y="107950"/>
            <a:ext cx="1944688" cy="194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30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83" t="29633" r="20988" b="16600"/>
          <a:stretch>
            <a:fillRect/>
          </a:stretch>
        </p:blipFill>
        <p:spPr bwMode="auto">
          <a:xfrm>
            <a:off x="17497425" y="7292975"/>
            <a:ext cx="495300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301" name="88 CuadroTexto"/>
          <p:cNvSpPr txBox="1">
            <a:spLocks noChangeArrowheads="1"/>
          </p:cNvSpPr>
          <p:nvPr/>
        </p:nvSpPr>
        <p:spPr bwMode="auto">
          <a:xfrm>
            <a:off x="17889538" y="5626100"/>
            <a:ext cx="652462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ja-JP" altLang="es-VE" sz="320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ウ</a:t>
            </a:r>
            <a:endParaRPr lang="es-VE" altLang="ja-JP" sz="320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12302" name="6 Rectángulo"/>
          <p:cNvSpPr>
            <a:spLocks noChangeArrowheads="1"/>
          </p:cNvSpPr>
          <p:nvPr/>
        </p:nvSpPr>
        <p:spPr bwMode="auto">
          <a:xfrm>
            <a:off x="1385888" y="9894888"/>
            <a:ext cx="217487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Director Técnico</a:t>
            </a:r>
          </a:p>
        </p:txBody>
      </p:sp>
      <p:sp>
        <p:nvSpPr>
          <p:cNvPr id="12303" name="4 Rectángulo"/>
          <p:cNvSpPr>
            <a:spLocks noChangeArrowheads="1"/>
          </p:cNvSpPr>
          <p:nvPr/>
        </p:nvSpPr>
        <p:spPr bwMode="auto">
          <a:xfrm>
            <a:off x="1295400" y="9731375"/>
            <a:ext cx="23558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 b="1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Renshi Orlando Coa</a:t>
            </a:r>
          </a:p>
        </p:txBody>
      </p:sp>
      <p:sp>
        <p:nvSpPr>
          <p:cNvPr id="12304" name="6 Rectángulo"/>
          <p:cNvSpPr>
            <a:spLocks noChangeArrowheads="1"/>
          </p:cNvSpPr>
          <p:nvPr/>
        </p:nvSpPr>
        <p:spPr bwMode="auto">
          <a:xfrm>
            <a:off x="5832475" y="9894888"/>
            <a:ext cx="3243263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Instructor Dojo Butokukai</a:t>
            </a:r>
          </a:p>
        </p:txBody>
      </p:sp>
      <p:cxnSp>
        <p:nvCxnSpPr>
          <p:cNvPr id="47" name="46 Conector recto"/>
          <p:cNvCxnSpPr/>
          <p:nvPr/>
        </p:nvCxnSpPr>
        <p:spPr>
          <a:xfrm>
            <a:off x="6373813" y="9710738"/>
            <a:ext cx="215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06" name="4 Rectángulo"/>
          <p:cNvSpPr>
            <a:spLocks noChangeArrowheads="1"/>
          </p:cNvSpPr>
          <p:nvPr/>
        </p:nvSpPr>
        <p:spPr bwMode="auto">
          <a:xfrm>
            <a:off x="6275388" y="9732963"/>
            <a:ext cx="235585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ja-JP" sz="1400" b="1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Shihan José Lugo</a:t>
            </a:r>
            <a:endParaRPr lang="es-VE" altLang="es-VE" sz="1400" b="1">
              <a:solidFill>
                <a:srgbClr val="000000"/>
              </a:solidFill>
              <a:latin typeface="Andalus" pitchFamily="18" charset="-78"/>
              <a:ea typeface="ＭＳ Ｐゴシック" pitchFamily="34" charset="-128"/>
              <a:cs typeface="Andalus" pitchFamily="18" charset="-78"/>
            </a:endParaRPr>
          </a:p>
        </p:txBody>
      </p:sp>
      <p:sp>
        <p:nvSpPr>
          <p:cNvPr id="12307" name="6 Rectángulo"/>
          <p:cNvSpPr>
            <a:spLocks noChangeArrowheads="1"/>
          </p:cNvSpPr>
          <p:nvPr/>
        </p:nvSpPr>
        <p:spPr bwMode="auto">
          <a:xfrm>
            <a:off x="3854450" y="9894888"/>
            <a:ext cx="2174875" cy="94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r>
              <a:rPr lang="es-VE" altLang="es-VE" sz="140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Vice presidente de Organización Kokusai Shito Ryu Karate Do Ocoa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</a:t>
            </a:r>
          </a:p>
        </p:txBody>
      </p:sp>
      <p:cxnSp>
        <p:nvCxnSpPr>
          <p:cNvPr id="32" name="31 Conector recto"/>
          <p:cNvCxnSpPr/>
          <p:nvPr/>
        </p:nvCxnSpPr>
        <p:spPr>
          <a:xfrm>
            <a:off x="3862388" y="9710738"/>
            <a:ext cx="215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09" name="4 Rectángulo"/>
          <p:cNvSpPr>
            <a:spLocks noChangeArrowheads="1"/>
          </p:cNvSpPr>
          <p:nvPr/>
        </p:nvSpPr>
        <p:spPr bwMode="auto">
          <a:xfrm>
            <a:off x="3763963" y="9731375"/>
            <a:ext cx="23558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 b="1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Sensei Nazareth Tescari</a:t>
            </a:r>
          </a:p>
        </p:txBody>
      </p:sp>
      <p:pic>
        <p:nvPicPr>
          <p:cNvPr id="12310" name="Picture 2" descr="C:\Users\User\Downloads\Firma Orlando Coa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48063" y="7464425"/>
            <a:ext cx="1073150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11" name="Picture 5" descr="J:\Karate\KOKUSAI SHITO RYU OCOA\Firma Orlando Coa.jpg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613" y="8893175"/>
            <a:ext cx="1912937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12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7" t="7372" b="3397"/>
          <a:stretch>
            <a:fillRect/>
          </a:stretch>
        </p:blipFill>
        <p:spPr bwMode="auto">
          <a:xfrm>
            <a:off x="2968625" y="8027988"/>
            <a:ext cx="1366838" cy="1236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4" name="33 Conector recto"/>
          <p:cNvCxnSpPr/>
          <p:nvPr/>
        </p:nvCxnSpPr>
        <p:spPr>
          <a:xfrm>
            <a:off x="1393825" y="9710738"/>
            <a:ext cx="215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14" name="1 Rectángulo"/>
          <p:cNvSpPr>
            <a:spLocks noChangeArrowheads="1"/>
          </p:cNvSpPr>
          <p:nvPr/>
        </p:nvSpPr>
        <p:spPr bwMode="auto">
          <a:xfrm>
            <a:off x="1816100" y="5694363"/>
            <a:ext cx="61769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r>
              <a:rPr lang="es-VE" altLang="es-VE" sz="2400">
                <a:solidFill>
                  <a:srgbClr val="000000"/>
                </a:solidFill>
                <a:latin typeface="Acanthus Black SSi" pitchFamily="18" charset="0"/>
                <a:cs typeface="Times New Roman" pitchFamily="18" charset="0"/>
              </a:rPr>
              <a:t>{{cedula}}</a:t>
            </a:r>
            <a:endParaRPr lang="es-VE" altLang="es-VE" sz="1200">
              <a:solidFill>
                <a:srgbClr val="000000"/>
              </a:solidFill>
              <a:latin typeface="Acanthus Black SSi" pitchFamily="18" charset="0"/>
            </a:endParaRPr>
          </a:p>
        </p:txBody>
      </p:sp>
      <p:sp>
        <p:nvSpPr>
          <p:cNvPr id="12315" name="1 Rectángulo"/>
          <p:cNvSpPr>
            <a:spLocks noChangeArrowheads="1"/>
          </p:cNvSpPr>
          <p:nvPr/>
        </p:nvSpPr>
        <p:spPr bwMode="auto">
          <a:xfrm>
            <a:off x="1152525" y="4772025"/>
            <a:ext cx="754538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r>
              <a:rPr lang="es-MX" altLang="es-VE" sz="6000" b="1">
                <a:solidFill>
                  <a:srgbClr val="000000"/>
                </a:solidFill>
                <a:latin typeface="Elegans Script SSi" pitchFamily="18" charset="0"/>
                <a:cs typeface="Times New Roman" pitchFamily="18" charset="0"/>
              </a:rPr>
              <a:t>{{Nombre_Alumno}}</a:t>
            </a:r>
            <a:endParaRPr lang="es-VE" altLang="es-VE" sz="1200">
              <a:solidFill>
                <a:srgbClr val="000000"/>
              </a:solidFill>
              <a:latin typeface="Acanthus Black SSi" pitchFamily="18" charset="0"/>
            </a:endParaRPr>
          </a:p>
        </p:txBody>
      </p:sp>
      <p:sp>
        <p:nvSpPr>
          <p:cNvPr id="53" name="20 CuadroTexto"/>
          <p:cNvSpPr txBox="1">
            <a:spLocks noChangeArrowheads="1"/>
          </p:cNvSpPr>
          <p:nvPr/>
        </p:nvSpPr>
        <p:spPr bwMode="auto">
          <a:xfrm>
            <a:off x="1125538" y="6156325"/>
            <a:ext cx="7545387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8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7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1665605" eaLnBrk="1" hangingPunct="1">
              <a:spcBef>
                <a:spcPct val="0"/>
              </a:spcBef>
              <a:buFontTx/>
              <a:buNone/>
              <a:defRPr/>
            </a:pPr>
            <a:r>
              <a:rPr lang="es-VE" altLang="es-VE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s-VE" altLang="es-VE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 haber cumplido los requisitos exigidos           por  esta Organización y en Virtud de su                       Progreso se le Otorga el Grado de:</a:t>
            </a:r>
            <a:endParaRPr lang="es-VE" altLang="es-VE" sz="3200" i="1" dirty="0" smtClean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17" name="20 CuadroTexto"/>
          <p:cNvSpPr txBox="1">
            <a:spLocks noChangeArrowheads="1"/>
          </p:cNvSpPr>
          <p:nvPr/>
        </p:nvSpPr>
        <p:spPr bwMode="auto">
          <a:xfrm>
            <a:off x="1027113" y="7431088"/>
            <a:ext cx="7545387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32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{{grado_español}}</a:t>
            </a:r>
            <a:endParaRPr lang="es-VE" altLang="es-VE" sz="3200" i="1">
              <a:solidFill>
                <a:srgbClr val="000000"/>
              </a:solidFill>
              <a:latin typeface="Times New Roman" pitchFamily="18" charset="0"/>
              <a:ea typeface="Times New Roman" pitchFamily="18" charset="0"/>
            </a:endParaRPr>
          </a:p>
        </p:txBody>
      </p:sp>
      <p:sp>
        <p:nvSpPr>
          <p:cNvPr id="12318" name="74 Rectángulo"/>
          <p:cNvSpPr>
            <a:spLocks noChangeArrowheads="1"/>
          </p:cNvSpPr>
          <p:nvPr/>
        </p:nvSpPr>
        <p:spPr bwMode="auto">
          <a:xfrm>
            <a:off x="5883275" y="8362950"/>
            <a:ext cx="2951163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latin typeface="Times New Roman" pitchFamily="18" charset="0"/>
                <a:cs typeface="Times New Roman" pitchFamily="18" charset="0"/>
              </a:rPr>
              <a:t>Registro N°:</a:t>
            </a:r>
            <a:endParaRPr lang="es-VE" altLang="es-VE" sz="2900"/>
          </a:p>
        </p:txBody>
      </p:sp>
      <p:sp>
        <p:nvSpPr>
          <p:cNvPr id="12319" name="74 Rectángulo"/>
          <p:cNvSpPr>
            <a:spLocks noChangeArrowheads="1"/>
          </p:cNvSpPr>
          <p:nvPr/>
        </p:nvSpPr>
        <p:spPr bwMode="auto">
          <a:xfrm>
            <a:off x="5878513" y="8101013"/>
            <a:ext cx="2951162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latin typeface="Times New Roman" pitchFamily="18" charset="0"/>
                <a:cs typeface="Times New Roman" pitchFamily="18" charset="0"/>
              </a:rPr>
              <a:t>{{ciudad_fecha}}</a:t>
            </a:r>
          </a:p>
        </p:txBody>
      </p:sp>
      <p:sp>
        <p:nvSpPr>
          <p:cNvPr id="12320" name="74 Rectángulo"/>
          <p:cNvSpPr>
            <a:spLocks noChangeArrowheads="1"/>
          </p:cNvSpPr>
          <p:nvPr/>
        </p:nvSpPr>
        <p:spPr bwMode="auto">
          <a:xfrm>
            <a:off x="7004050" y="8361363"/>
            <a:ext cx="19875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{{registro}}</a:t>
            </a:r>
            <a:endParaRPr lang="es-VE" altLang="es-VE" sz="2900"/>
          </a:p>
        </p:txBody>
      </p:sp>
      <p:sp>
        <p:nvSpPr>
          <p:cNvPr id="59" name="58 CuadroTexto"/>
          <p:cNvSpPr txBox="1"/>
          <p:nvPr/>
        </p:nvSpPr>
        <p:spPr>
          <a:xfrm>
            <a:off x="10668147" y="2515766"/>
            <a:ext cx="1391231" cy="2560563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90">
              <a:defRPr/>
            </a:pPr>
            <a:r>
              <a:rPr lang="es-MX" altLang="es-VE" sz="8000" dirty="0"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{k}</a:t>
            </a:r>
            <a:endParaRPr lang="es-VE" altLang="es-VE" sz="8000" dirty="0"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sp>
        <p:nvSpPr>
          <p:cNvPr id="12323" name="88 CuadroTexto"/>
          <p:cNvSpPr txBox="1">
            <a:spLocks noChangeArrowheads="1"/>
          </p:cNvSpPr>
          <p:nvPr/>
        </p:nvSpPr>
        <p:spPr bwMode="auto">
          <a:xfrm>
            <a:off x="13249275" y="2052638"/>
            <a:ext cx="990600" cy="886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MX" altLang="ja-JP" sz="540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{{nombre_katakana}}</a:t>
            </a:r>
            <a:endParaRPr lang="es-VE" altLang="ja-JP" sz="540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12324" name="82 CuadroTexto"/>
          <p:cNvSpPr txBox="1">
            <a:spLocks noChangeArrowheads="1"/>
          </p:cNvSpPr>
          <p:nvPr/>
        </p:nvSpPr>
        <p:spPr bwMode="auto">
          <a:xfrm>
            <a:off x="10369550" y="4356100"/>
            <a:ext cx="590550" cy="439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MX" altLang="ja-JP" sz="280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{{fecha_japonesa}}</a:t>
            </a:r>
            <a:endParaRPr lang="es-VE" altLang="es-VE" sz="280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62" name="61 CuadroTexto"/>
          <p:cNvSpPr txBox="1"/>
          <p:nvPr/>
        </p:nvSpPr>
        <p:spPr>
          <a:xfrm>
            <a:off x="10656985" y="5076329"/>
            <a:ext cx="1356991" cy="5134992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90">
              <a:defRPr/>
            </a:pPr>
            <a:r>
              <a:rPr lang="ja-JP" altLang="es-VE" sz="8000" dirty="0"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二允許ス</a:t>
            </a:r>
            <a:endParaRPr lang="es-VE" altLang="es-VE" sz="8000" dirty="0"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sp>
        <p:nvSpPr>
          <p:cNvPr id="52" name="51 Rectángulo"/>
          <p:cNvSpPr/>
          <p:nvPr/>
        </p:nvSpPr>
        <p:spPr>
          <a:xfrm>
            <a:off x="15121482" y="3060105"/>
            <a:ext cx="432048" cy="954107"/>
          </a:xfrm>
          <a:prstGeom prst="rect">
            <a:avLst/>
          </a:prstGeom>
          <a:ln>
            <a:noFill/>
          </a:ln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MX" altLang="ja-JP" sz="2400" spc="-300" smtClean="0">
                <a:ln w="6350">
                  <a:solidFill>
                    <a:prstClr val="black"/>
                  </a:solidFill>
                </a:ln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{cd}</a:t>
            </a:r>
            <a:r>
              <a:rPr kumimoji="0" lang="ja-JP" altLang="es-VE" sz="3200" b="0" i="0" u="none" strike="noStrike" kern="1200" cap="none" spc="0" normalizeH="0" baseline="0" noProof="0" dirty="0" smtClean="0">
                <a:ln w="6350">
                  <a:solidFill>
                    <a:prstClr val="black"/>
                  </a:solidFill>
                </a:ln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  <p:sp>
        <p:nvSpPr>
          <p:cNvPr id="54" name="53 Rectángulo"/>
          <p:cNvSpPr/>
          <p:nvPr/>
        </p:nvSpPr>
        <p:spPr>
          <a:xfrm>
            <a:off x="15121482" y="2708256"/>
            <a:ext cx="432048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s-VE" sz="2400" b="0" i="0" u="none" strike="noStrike" kern="1200" cap="none" spc="-300" normalizeH="0" baseline="0" noProof="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第</a:t>
            </a:r>
            <a:r>
              <a:rPr kumimoji="0" lang="ja-JP" altLang="es-VE" sz="3200" b="0" i="0" u="none" strike="noStrike" kern="1200" cap="none" spc="0" normalizeH="0" baseline="0" noProof="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  <p:sp>
        <p:nvSpPr>
          <p:cNvPr id="55" name="54 Rectángulo"/>
          <p:cNvSpPr/>
          <p:nvPr/>
        </p:nvSpPr>
        <p:spPr>
          <a:xfrm>
            <a:off x="15125896" y="4554270"/>
            <a:ext cx="432048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s-VE" sz="2400" b="0" i="0" u="none" strike="noStrike" kern="1200" cap="none" spc="-300" normalizeH="0" baseline="0" noProof="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号</a:t>
            </a:r>
            <a:r>
              <a:rPr kumimoji="0" lang="ja-JP" altLang="es-VE" sz="3200" b="0" i="0" u="none" strike="noStrike" kern="1200" cap="none" spc="0" normalizeH="0" baseline="0" noProof="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989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3755</TotalTime>
  <Words>136</Words>
  <Application>Microsoft Office PowerPoint</Application>
  <PresentationFormat>Personalizado</PresentationFormat>
  <Paragraphs>30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>Luffi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plantillas modelos Certificado Examen Ocoa</dc:title>
  <dc:creator>César Velásquez</dc:creator>
  <dc:description/>
  <cp:lastModifiedBy>CD y JM</cp:lastModifiedBy>
  <cp:revision>293</cp:revision>
  <cp:lastPrinted>2025-12-13T02:54:15Z</cp:lastPrinted>
  <dcterms:created xsi:type="dcterms:W3CDTF">2009-07-25T14:43:43Z</dcterms:created>
  <dcterms:modified xsi:type="dcterms:W3CDTF">2026-03-07T16:46:46Z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">
    <vt:lpwstr>plantillas modelos Certificado Examen Ocoa</vt:lpwstr>
  </property>
  <property fmtid="{D5CDD505-2E9C-101B-9397-08002B2CF9AE}" pid="3" name="SlideDescription">
    <vt:lpwstr/>
  </property>
</Properties>
</file>