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BA03A-7133-40D3-8CAD-DD57E1A74924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12E69-F630-48E5-B10E-6F73709D73B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1206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s-VE" altLang="es-VE" smtClean="0"/>
          </a:p>
        </p:txBody>
      </p:sp>
      <p:sp>
        <p:nvSpPr>
          <p:cNvPr id="2048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1pPr>
            <a:lvl2pPr marL="647506" indent="-248188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2pPr>
            <a:lvl3pPr marL="996910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3pPr>
            <a:lvl4pPr marL="1396229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4pPr>
            <a:lvl5pPr marL="1795547" indent="-198273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</a:defRPr>
            </a:lvl5pPr>
            <a:lvl6pPr marL="2194866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6pPr>
            <a:lvl7pPr marL="2594184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7pPr>
            <a:lvl8pPr marL="2993503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8pPr>
            <a:lvl9pPr marL="3392821" indent="-198273" defTabSz="1454463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3221A8B-3DE9-42F2-A9B1-D3204B398F03}" type="slidenum">
              <a:rPr lang="es-VE" altLang="es-VE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s-VE" altLang="es-VE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37836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33 Rectángulo"/>
          <p:cNvSpPr/>
          <p:nvPr/>
        </p:nvSpPr>
        <p:spPr>
          <a:xfrm>
            <a:off x="20158843" y="5324559"/>
            <a:ext cx="642942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66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66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152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6153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6154" name="1 Rectángulo"/>
          <p:cNvSpPr>
            <a:spLocks noChangeArrowheads="1"/>
          </p:cNvSpPr>
          <p:nvPr/>
        </p:nvSpPr>
        <p:spPr bwMode="auto">
          <a:xfrm>
            <a:off x="1125538" y="4924425"/>
            <a:ext cx="75453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6000" b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{{Nombre_Alumno}}</a:t>
            </a:r>
            <a:endParaRPr lang="es-VE" altLang="es-VE" sz="120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6155" name="1 Rectángulo"/>
          <p:cNvSpPr>
            <a:spLocks noChangeArrowheads="1"/>
          </p:cNvSpPr>
          <p:nvPr/>
        </p:nvSpPr>
        <p:spPr bwMode="auto">
          <a:xfrm>
            <a:off x="-7777163" y="5653088"/>
            <a:ext cx="7489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C.I.: V-32.000.719</a:t>
            </a:r>
            <a:r>
              <a:rPr lang="ja-JP" altLang="es-VE" sz="360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　　　　　　　　　　　　　　　　</a:t>
            </a:r>
            <a:endParaRPr lang="es-VE" altLang="es-V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157" name="Picture 2" descr="C:\Users\cesar_velasquez\Downloads\logoKokusai-1.png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050" y="1338263"/>
            <a:ext cx="18557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563" y="1042988"/>
            <a:ext cx="4675187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9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60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6161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3540125" y="8820150"/>
            <a:ext cx="13668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62" name="6 Rectángulo"/>
          <p:cNvSpPr>
            <a:spLocks noChangeArrowheads="1"/>
          </p:cNvSpPr>
          <p:nvPr/>
        </p:nvSpPr>
        <p:spPr bwMode="auto">
          <a:xfrm>
            <a:off x="1498600" y="10056813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cxnSp>
        <p:nvCxnSpPr>
          <p:cNvPr id="34" name="33 Conector recto"/>
          <p:cNvCxnSpPr/>
          <p:nvPr/>
        </p:nvCxnSpPr>
        <p:spPr>
          <a:xfrm>
            <a:off x="12700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4" name="4 Rectángulo"/>
          <p:cNvSpPr>
            <a:spLocks noChangeArrowheads="1"/>
          </p:cNvSpPr>
          <p:nvPr/>
        </p:nvSpPr>
        <p:spPr bwMode="auto">
          <a:xfrm>
            <a:off x="1390650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6165" name="6 Rectángulo"/>
          <p:cNvSpPr>
            <a:spLocks noChangeArrowheads="1"/>
          </p:cNvSpPr>
          <p:nvPr/>
        </p:nvSpPr>
        <p:spPr bwMode="auto">
          <a:xfrm>
            <a:off x="5443538" y="10056813"/>
            <a:ext cx="32432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Pablo Bravo</a:t>
            </a:r>
          </a:p>
        </p:txBody>
      </p:sp>
      <p:cxnSp>
        <p:nvCxnSpPr>
          <p:cNvPr id="40" name="39 Conector recto"/>
          <p:cNvCxnSpPr/>
          <p:nvPr/>
        </p:nvCxnSpPr>
        <p:spPr>
          <a:xfrm>
            <a:off x="57785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7" name="4 Rectángulo"/>
          <p:cNvSpPr>
            <a:spLocks noChangeArrowheads="1"/>
          </p:cNvSpPr>
          <p:nvPr/>
        </p:nvSpPr>
        <p:spPr bwMode="auto">
          <a:xfrm>
            <a:off x="5899150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Shihan Pablo Bravo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31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69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6170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6171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6172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3" name="42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6175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</a:t>
            </a:r>
            <a:endParaRPr lang="es-VE" altLang="ja-JP" sz="54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6176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8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123</Words>
  <Application>Microsoft Office PowerPoint</Application>
  <PresentationFormat>Personalizado</PresentationFormat>
  <Paragraphs>27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