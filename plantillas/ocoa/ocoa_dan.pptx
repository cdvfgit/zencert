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91" r:id="rId2"/>
  </p:sldIdLst>
  <p:sldSz cx="17281525" cy="11880850"/>
  <p:notesSz cx="7102475" cy="11217275"/>
  <p:defaultTextStyle>
    <a:defPPr>
      <a:defRPr lang="es-VE"/>
    </a:defPPr>
    <a:lvl1pPr marL="0" lvl="0" indent="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831850" lvl="1" indent="-37465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665605" lvl="2" indent="-751205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2498725" lvl="3" indent="-1127125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3332480" lvl="4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742" userDrawn="1">
          <p15:clr>
            <a:srgbClr val="A4A3A4"/>
          </p15:clr>
        </p15:guide>
        <p15:guide id="2" pos="54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/>
    <p:restoredTop sz="94671"/>
  </p:normalViewPr>
  <p:slideViewPr>
    <p:cSldViewPr showGuides="1">
      <p:cViewPr>
        <p:scale>
          <a:sx n="100" d="100"/>
          <a:sy n="100" d="100"/>
        </p:scale>
        <p:origin x="180" y="2172"/>
      </p:cViewPr>
      <p:guideLst>
        <p:guide orient="horz" pos="3742"/>
        <p:guide pos="54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60388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>
            <a:lvl1pPr>
              <a:defRPr sz="1200"/>
            </a:lvl1pPr>
          </a:lstStyle>
          <a:p>
            <a:pPr marL="0" marR="0" lvl="0" indent="0" algn="l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60388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21506-4EE6-47A9-89D0-2A7FCF3CF79B}" type="datetimeFigureOut">
              <a:rPr kumimoji="0" lang="es-VE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492125" y="841375"/>
            <a:ext cx="6118225" cy="4206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4" rIns="91428" bIns="45714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613" y="5327650"/>
            <a:ext cx="5683250" cy="504825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Haga clic para modificar el estilo de texto del patrón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nivel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Tercer nivel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Cuarto nivel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nivel</a:t>
            </a: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10653713"/>
            <a:ext cx="3078163" cy="561975"/>
          </a:xfrm>
          <a:prstGeom prst="rect">
            <a:avLst/>
          </a:prstGeom>
        </p:spPr>
        <p:txBody>
          <a:bodyPr vert="horz" wrap="square" lIns="91428" tIns="45714" rIns="91428" bIns="45714" numCol="1" anchor="b" anchorCtr="0" compatLnSpc="1"/>
          <a:lstStyle>
            <a:lvl1pPr>
              <a:defRPr sz="1200"/>
            </a:lvl1pPr>
          </a:lstStyle>
          <a:p>
            <a:pPr marL="0" marR="0" lvl="0" indent="0" algn="l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2725" y="10653713"/>
            <a:ext cx="3078163" cy="561975"/>
          </a:xfrm>
          <a:prstGeom prst="rect">
            <a:avLst/>
          </a:prstGeom>
        </p:spPr>
        <p:txBody>
          <a:bodyPr vert="horz" wrap="square" lIns="91428" tIns="45714" rIns="91428" bIns="45714" numCol="1" anchor="b" anchorCtr="0" compatLnSpc="1"/>
          <a:lstStyle/>
          <a:p>
            <a:pPr lvl="0" algn="r" eaLnBrk="1" hangingPunct="1"/>
            <a:fld id="{9A0DB2DC-4C9A-4742-B13C-FB6460FD3503}" type="slidenum">
              <a:rPr lang="es-VE" altLang="es-VE" sz="1200" dirty="0"/>
              <a:t>‹Nº›</a:t>
            </a:fld>
            <a:endParaRPr lang="es-VE" altLang="es-VE" sz="1200" dirty="0"/>
          </a:p>
        </p:txBody>
      </p:sp>
    </p:spTree>
    <p:extLst>
      <p:ext uri="{BB962C8B-B14F-4D97-AF65-F5344CB8AC3E}">
        <p14:creationId xmlns:p14="http://schemas.microsoft.com/office/powerpoint/2010/main" val="34790808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2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6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2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65122" y="7634547"/>
            <a:ext cx="14689297" cy="2359669"/>
          </a:xfrm>
        </p:spPr>
        <p:txBody>
          <a:bodyPr anchor="t"/>
          <a:lstStyle>
            <a:lvl1pPr algn="l">
              <a:defRPr sz="1062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1365122" y="5035613"/>
            <a:ext cx="14689297" cy="2598935"/>
          </a:xfrm>
        </p:spPr>
        <p:txBody>
          <a:bodyPr anchor="b"/>
          <a:lstStyle>
            <a:lvl1pPr marL="0" indent="0">
              <a:buNone/>
              <a:defRPr sz="5235">
                <a:solidFill>
                  <a:schemeClr val="tx1">
                    <a:tint val="75000"/>
                  </a:schemeClr>
                </a:solidFill>
              </a:defRPr>
            </a:lvl1pPr>
            <a:lvl2pPr marL="1212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23795" indent="0">
              <a:buNone/>
              <a:defRPr sz="4220">
                <a:solidFill>
                  <a:schemeClr val="tx1">
                    <a:tint val="75000"/>
                  </a:schemeClr>
                </a:solidFill>
              </a:defRPr>
            </a:lvl3pPr>
            <a:lvl4pPr marL="36360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84759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60598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727202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848360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969581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648059" y="3696265"/>
            <a:ext cx="5688502" cy="10453499"/>
          </a:xfrm>
        </p:spPr>
        <p:txBody>
          <a:bodyPr/>
          <a:lstStyle>
            <a:lvl1pPr>
              <a:defRPr sz="7420"/>
            </a:lvl1pPr>
            <a:lvl2pPr>
              <a:defRPr sz="6400"/>
            </a:lvl2pPr>
            <a:lvl3pPr>
              <a:defRPr sz="5235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6624586" y="3696265"/>
            <a:ext cx="5688502" cy="10453499"/>
          </a:xfrm>
        </p:spPr>
        <p:txBody>
          <a:bodyPr/>
          <a:lstStyle>
            <a:lvl1pPr>
              <a:defRPr sz="7420"/>
            </a:lvl1pPr>
            <a:lvl2pPr>
              <a:defRPr sz="6400"/>
            </a:lvl2pPr>
            <a:lvl3pPr>
              <a:defRPr sz="5235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4077" y="475784"/>
            <a:ext cx="15553373" cy="1980142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864078" y="2659441"/>
            <a:ext cx="7635675" cy="1108328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2215" indent="0">
              <a:buNone/>
              <a:defRPr sz="5235" b="1"/>
            </a:lvl2pPr>
            <a:lvl3pPr marL="2423795" indent="0">
              <a:buNone/>
              <a:defRPr sz="4800" b="1"/>
            </a:lvl3pPr>
            <a:lvl4pPr marL="3636010" indent="0">
              <a:buNone/>
              <a:defRPr sz="4220" b="1"/>
            </a:lvl4pPr>
            <a:lvl5pPr marL="4847590" indent="0">
              <a:buNone/>
              <a:defRPr sz="4220" b="1"/>
            </a:lvl5pPr>
            <a:lvl6pPr marL="6059805" indent="0">
              <a:buNone/>
              <a:defRPr sz="4220" b="1"/>
            </a:lvl6pPr>
            <a:lvl7pPr marL="7272020" indent="0">
              <a:buNone/>
              <a:defRPr sz="4220" b="1"/>
            </a:lvl7pPr>
            <a:lvl8pPr marL="8483600" indent="0">
              <a:buNone/>
              <a:defRPr sz="4220" b="1"/>
            </a:lvl8pPr>
            <a:lvl9pPr marL="9695815" indent="0">
              <a:buNone/>
              <a:defRPr sz="42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864078" y="3767769"/>
            <a:ext cx="7635675" cy="6845241"/>
          </a:xfrm>
        </p:spPr>
        <p:txBody>
          <a:bodyPr/>
          <a:lstStyle>
            <a:lvl1pPr>
              <a:defRPr sz="6400"/>
            </a:lvl1pPr>
            <a:lvl2pPr>
              <a:defRPr sz="5235"/>
            </a:lvl2pPr>
            <a:lvl3pPr>
              <a:defRPr sz="4800"/>
            </a:lvl3pPr>
            <a:lvl4pPr>
              <a:defRPr sz="4220"/>
            </a:lvl4pPr>
            <a:lvl5pPr>
              <a:defRPr sz="4220"/>
            </a:lvl5pPr>
            <a:lvl6pPr>
              <a:defRPr sz="4220"/>
            </a:lvl6pPr>
            <a:lvl7pPr>
              <a:defRPr sz="4220"/>
            </a:lvl7pPr>
            <a:lvl8pPr>
              <a:defRPr sz="4220"/>
            </a:lvl8pPr>
            <a:lvl9pPr>
              <a:defRPr sz="422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8778776" y="2659441"/>
            <a:ext cx="7638673" cy="1108328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2215" indent="0">
              <a:buNone/>
              <a:defRPr sz="5235" b="1"/>
            </a:lvl2pPr>
            <a:lvl3pPr marL="2423795" indent="0">
              <a:buNone/>
              <a:defRPr sz="4800" b="1"/>
            </a:lvl3pPr>
            <a:lvl4pPr marL="3636010" indent="0">
              <a:buNone/>
              <a:defRPr sz="4220" b="1"/>
            </a:lvl4pPr>
            <a:lvl5pPr marL="4847590" indent="0">
              <a:buNone/>
              <a:defRPr sz="4220" b="1"/>
            </a:lvl5pPr>
            <a:lvl6pPr marL="6059805" indent="0">
              <a:buNone/>
              <a:defRPr sz="4220" b="1"/>
            </a:lvl6pPr>
            <a:lvl7pPr marL="7272020" indent="0">
              <a:buNone/>
              <a:defRPr sz="4220" b="1"/>
            </a:lvl7pPr>
            <a:lvl8pPr marL="8483600" indent="0">
              <a:buNone/>
              <a:defRPr sz="4220" b="1"/>
            </a:lvl8pPr>
            <a:lvl9pPr marL="9695815" indent="0">
              <a:buNone/>
              <a:defRPr sz="42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8778776" y="3767769"/>
            <a:ext cx="7638673" cy="6845241"/>
          </a:xfrm>
        </p:spPr>
        <p:txBody>
          <a:bodyPr/>
          <a:lstStyle>
            <a:lvl1pPr>
              <a:defRPr sz="6400"/>
            </a:lvl1pPr>
            <a:lvl2pPr>
              <a:defRPr sz="5235"/>
            </a:lvl2pPr>
            <a:lvl3pPr>
              <a:defRPr sz="4800"/>
            </a:lvl3pPr>
            <a:lvl4pPr>
              <a:defRPr sz="4220"/>
            </a:lvl4pPr>
            <a:lvl5pPr>
              <a:defRPr sz="4220"/>
            </a:lvl5pPr>
            <a:lvl6pPr>
              <a:defRPr sz="4220"/>
            </a:lvl6pPr>
            <a:lvl7pPr>
              <a:defRPr sz="4220"/>
            </a:lvl7pPr>
            <a:lvl8pPr>
              <a:defRPr sz="4220"/>
            </a:lvl8pPr>
            <a:lvl9pPr>
              <a:defRPr sz="422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4077" y="473035"/>
            <a:ext cx="5685503" cy="2013144"/>
          </a:xfrm>
        </p:spPr>
        <p:txBody>
          <a:bodyPr anchor="b"/>
          <a:lstStyle>
            <a:lvl1pPr algn="l">
              <a:defRPr sz="5235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6756596" y="473036"/>
            <a:ext cx="9660854" cy="10139976"/>
          </a:xfrm>
        </p:spPr>
        <p:txBody>
          <a:bodyPr/>
          <a:lstStyle>
            <a:lvl1pPr>
              <a:defRPr sz="8435"/>
            </a:lvl1pPr>
            <a:lvl2pPr>
              <a:defRPr sz="7420"/>
            </a:lvl2pPr>
            <a:lvl3pPr>
              <a:defRPr sz="6400"/>
            </a:lvl3pPr>
            <a:lvl4pPr>
              <a:defRPr sz="5235"/>
            </a:lvl4pPr>
            <a:lvl5pPr>
              <a:defRPr sz="5235"/>
            </a:lvl5pPr>
            <a:lvl6pPr>
              <a:defRPr sz="5235"/>
            </a:lvl6pPr>
            <a:lvl7pPr>
              <a:defRPr sz="5235"/>
            </a:lvl7pPr>
            <a:lvl8pPr>
              <a:defRPr sz="5235"/>
            </a:lvl8pPr>
            <a:lvl9pPr>
              <a:defRPr sz="523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864077" y="2486179"/>
            <a:ext cx="5685503" cy="8126833"/>
          </a:xfrm>
        </p:spPr>
        <p:txBody>
          <a:bodyPr/>
          <a:lstStyle>
            <a:lvl1pPr marL="0" indent="0">
              <a:buNone/>
              <a:defRPr sz="3780"/>
            </a:lvl1pPr>
            <a:lvl2pPr marL="1212215" indent="0">
              <a:buNone/>
              <a:defRPr sz="3200"/>
            </a:lvl2pPr>
            <a:lvl3pPr marL="2423795" indent="0">
              <a:buNone/>
              <a:defRPr sz="2620"/>
            </a:lvl3pPr>
            <a:lvl4pPr marL="3636010" indent="0">
              <a:buNone/>
              <a:defRPr sz="2325"/>
            </a:lvl4pPr>
            <a:lvl5pPr marL="4847590" indent="0">
              <a:buNone/>
              <a:defRPr sz="2325"/>
            </a:lvl5pPr>
            <a:lvl6pPr marL="6059805" indent="0">
              <a:buNone/>
              <a:defRPr sz="2325"/>
            </a:lvl6pPr>
            <a:lvl7pPr marL="7272020" indent="0">
              <a:buNone/>
              <a:defRPr sz="2325"/>
            </a:lvl7pPr>
            <a:lvl8pPr marL="8483600" indent="0">
              <a:buNone/>
              <a:defRPr sz="2325"/>
            </a:lvl8pPr>
            <a:lvl9pPr marL="9695815" indent="0">
              <a:buNone/>
              <a:defRPr sz="232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387300" y="8316595"/>
            <a:ext cx="10368915" cy="981822"/>
          </a:xfrm>
        </p:spPr>
        <p:txBody>
          <a:bodyPr anchor="b"/>
          <a:lstStyle>
            <a:lvl1pPr algn="l">
              <a:defRPr sz="5235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387300" y="1061576"/>
            <a:ext cx="10368915" cy="7128510"/>
          </a:xfrm>
        </p:spPr>
        <p:txBody>
          <a:bodyPr vert="horz" wrap="square" lIns="166640" tIns="83320" rIns="166640" bIns="83320" numCol="1" rtlCol="0" anchor="t" anchorCtr="0" compatLnSpc="1">
            <a:normAutofit/>
          </a:bodyPr>
          <a:lstStyle>
            <a:lvl1pPr marL="0" indent="0">
              <a:buNone/>
              <a:defRPr sz="8435"/>
            </a:lvl1pPr>
            <a:lvl2pPr marL="1212215" indent="0">
              <a:buNone/>
              <a:defRPr sz="7420"/>
            </a:lvl2pPr>
            <a:lvl3pPr marL="2423795" indent="0">
              <a:buNone/>
              <a:defRPr sz="6400"/>
            </a:lvl3pPr>
            <a:lvl4pPr marL="3636010" indent="0">
              <a:buNone/>
              <a:defRPr sz="5235"/>
            </a:lvl4pPr>
            <a:lvl5pPr marL="4847590" indent="0">
              <a:buNone/>
              <a:defRPr sz="5235"/>
            </a:lvl5pPr>
            <a:lvl6pPr marL="6059805" indent="0">
              <a:buNone/>
              <a:defRPr sz="5235"/>
            </a:lvl6pPr>
            <a:lvl7pPr marL="7272020" indent="0">
              <a:buNone/>
              <a:defRPr sz="5235"/>
            </a:lvl7pPr>
            <a:lvl8pPr marL="8483600" indent="0">
              <a:buNone/>
              <a:defRPr sz="5235"/>
            </a:lvl8pPr>
            <a:lvl9pPr marL="9695815" indent="0">
              <a:buNone/>
              <a:defRPr sz="5235"/>
            </a:lvl9pPr>
          </a:lstStyle>
          <a:p>
            <a:pPr marL="0" marR="0" lvl="0" indent="0" algn="l" defTabSz="242125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VE" sz="8435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3387300" y="9298417"/>
            <a:ext cx="10368915" cy="1394348"/>
          </a:xfrm>
        </p:spPr>
        <p:txBody>
          <a:bodyPr/>
          <a:lstStyle>
            <a:lvl1pPr marL="0" indent="0">
              <a:buNone/>
              <a:defRPr sz="3780"/>
            </a:lvl1pPr>
            <a:lvl2pPr marL="1212215" indent="0">
              <a:buNone/>
              <a:defRPr sz="3200"/>
            </a:lvl2pPr>
            <a:lvl3pPr marL="2423795" indent="0">
              <a:buNone/>
              <a:defRPr sz="2620"/>
            </a:lvl3pPr>
            <a:lvl4pPr marL="3636010" indent="0">
              <a:buNone/>
              <a:defRPr sz="2325"/>
            </a:lvl4pPr>
            <a:lvl5pPr marL="4847590" indent="0">
              <a:buNone/>
              <a:defRPr sz="2325"/>
            </a:lvl5pPr>
            <a:lvl6pPr marL="6059805" indent="0">
              <a:buNone/>
              <a:defRPr sz="2325"/>
            </a:lvl6pPr>
            <a:lvl7pPr marL="7272020" indent="0">
              <a:buNone/>
              <a:defRPr sz="2325"/>
            </a:lvl7pPr>
            <a:lvl8pPr marL="8483600" indent="0">
              <a:buNone/>
              <a:defRPr sz="2325"/>
            </a:lvl8pPr>
            <a:lvl9pPr marL="9695815" indent="0">
              <a:buNone/>
              <a:defRPr sz="232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396828" y="635297"/>
            <a:ext cx="2916258" cy="1351446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648059" y="635297"/>
            <a:ext cx="8460748" cy="1351446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863600" y="476250"/>
            <a:ext cx="15554325" cy="1979613"/>
          </a:xfrm>
          <a:prstGeom prst="rect">
            <a:avLst/>
          </a:prstGeom>
          <a:noFill/>
          <a:ln w="9525">
            <a:noFill/>
          </a:ln>
        </p:spPr>
        <p:txBody>
          <a:bodyPr lIns="166640" tIns="83320" rIns="166640" bIns="83320" anchor="ctr" anchorCtr="0"/>
          <a:lstStyle/>
          <a:p>
            <a:pPr lvl="0"/>
            <a:r>
              <a:rPr lang="es-ES" altLang="es-VE" dirty="0"/>
              <a:t>Haga clic para modificar el estilo de título del patrón</a:t>
            </a:r>
            <a:endParaRPr lang="es-VE" altLang="es-VE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>
          <a:xfrm>
            <a:off x="863600" y="2771775"/>
            <a:ext cx="15554325" cy="7840663"/>
          </a:xfrm>
          <a:prstGeom prst="rect">
            <a:avLst/>
          </a:prstGeom>
          <a:noFill/>
          <a:ln w="9525">
            <a:noFill/>
          </a:ln>
        </p:spPr>
        <p:txBody>
          <a:bodyPr lIns="166640" tIns="83320" rIns="166640" bIns="83320"/>
          <a:lstStyle/>
          <a:p>
            <a:pPr lvl="0"/>
            <a:r>
              <a:rPr lang="es-ES" altLang="es-VE" dirty="0"/>
              <a:t>Haga clic para modificar el estilo de texto del patrón</a:t>
            </a:r>
          </a:p>
          <a:p>
            <a:pPr lvl="1"/>
            <a:r>
              <a:rPr lang="es-ES" altLang="es-VE" dirty="0"/>
              <a:t>Segundo nivel</a:t>
            </a:r>
          </a:p>
          <a:p>
            <a:pPr lvl="2"/>
            <a:r>
              <a:rPr lang="es-ES" altLang="es-VE" dirty="0"/>
              <a:t>Tercer nivel</a:t>
            </a:r>
          </a:p>
          <a:p>
            <a:pPr lvl="3"/>
            <a:r>
              <a:rPr lang="es-ES" altLang="es-VE" dirty="0"/>
              <a:t>Cuarto nivel</a:t>
            </a:r>
          </a:p>
          <a:p>
            <a:pPr lvl="4"/>
            <a:r>
              <a:rPr lang="es-ES" altLang="es-VE" dirty="0"/>
              <a:t>Quinto nivel</a:t>
            </a:r>
            <a:endParaRPr lang="es-VE" altLang="es-VE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defTabSz="2422525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7/3/2026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algn="ctr" defTabSz="2422525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algn="r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2421255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2pPr>
      <a:lvl3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3pPr>
      <a:lvl4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4pPr>
      <a:lvl5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5pPr>
      <a:lvl6pPr marL="66484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6pPr>
      <a:lvl7pPr marL="133032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7pPr>
      <a:lvl8pPr marL="1995170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8pPr>
      <a:lvl9pPr marL="266001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6780" indent="-906780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7230" indent="-7575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59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6pPr>
      <a:lvl7pPr marL="7877810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7pPr>
      <a:lvl8pPr marL="909002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8pPr>
      <a:lvl9pPr marL="1030160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221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79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601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59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0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202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60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81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3 Imagen" descr="marco.jpg"/>
          <p:cNvPicPr>
            <a:picLocks noChangeAspect="1"/>
          </p:cNvPicPr>
          <p:nvPr/>
        </p:nvPicPr>
        <p:blipFill>
          <a:blip r:embed="rId2"/>
          <a:srcRect l="2539" t="2753" r="1453" b="815"/>
          <a:stretch>
            <a:fillRect/>
          </a:stretch>
        </p:blipFill>
        <p:spPr>
          <a:xfrm>
            <a:off x="127000" y="404813"/>
            <a:ext cx="16956088" cy="1116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33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wrap="square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es-MX" altLang="es-VE" sz="8000" kern="1200" cap="none" spc="0" normalizeH="0" baseline="0" noProof="0" dirty="0" smtClean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kumimoji="0" lang="es-VE" altLang="es-VE" sz="8000" kern="1200" cap="none" spc="0" normalizeH="0" baseline="0" noProof="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115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證</a:t>
            </a:r>
            <a:endParaRPr kumimoji="0" lang="es-VE" sz="115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defTabSz="1443990">
              <a:buClrTx/>
              <a:buSzTx/>
              <a:buFontTx/>
              <a:buNone/>
              <a:defRPr/>
            </a:pPr>
            <a:r>
              <a:rPr kumimoji="0" lang="ja-JP" altLang="es-VE" sz="44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国際糸東流空手道オコア協会</a:t>
            </a:r>
            <a:endParaRPr kumimoji="0" lang="es-VE" altLang="ja-JP" sz="44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defTabSz="1443990">
              <a:buClrTx/>
              <a:buSzTx/>
              <a:buFontTx/>
              <a:buNone/>
              <a:defRPr/>
            </a:pPr>
            <a:r>
              <a:rPr kumimoji="0" lang="ja-JP" altLang="es-VE" sz="54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コアオルランド　錬士</a:t>
            </a:r>
            <a:endParaRPr kumimoji="0" lang="es-VE" sz="54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2057" name="88 CuadroTexto"/>
          <p:cNvSpPr txBox="1"/>
          <p:nvPr/>
        </p:nvSpPr>
        <p:spPr>
          <a:xfrm>
            <a:off x="13249275" y="2052638"/>
            <a:ext cx="990600" cy="8866187"/>
          </a:xfrm>
          <a:prstGeom prst="rect">
            <a:avLst/>
          </a:prstGeom>
          <a:noFill/>
          <a:ln w="9525">
            <a:noFill/>
          </a:ln>
        </p:spPr>
        <p:txBody>
          <a:bodyPr vert="eaVert"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MX" altLang="ja-JP" sz="5400" dirty="0">
                <a:solidFill>
                  <a:srgbClr val="000000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</a:rPr>
              <a:t>{{nombre_katakana}}</a:t>
            </a:r>
            <a:endParaRPr lang="es-VE" altLang="ja-JP" sz="5400" dirty="0">
              <a:solidFill>
                <a:srgbClr val="000000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ja-JP" altLang="es-VE" sz="66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右者</a:t>
            </a:r>
            <a:r>
              <a:rPr kumimoji="0" lang="ja-JP" altLang="es-VE" sz="72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糸東流</a:t>
            </a:r>
            <a:r>
              <a:rPr kumimoji="0" lang="ja-JP" altLang="es-VE" sz="66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空手道</a:t>
            </a:r>
            <a:endParaRPr kumimoji="0" lang="es-VE" sz="66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pic>
        <p:nvPicPr>
          <p:cNvPr id="2059" name="Picture 10"/>
          <p:cNvPicPr>
            <a:picLocks noChangeAspect="1"/>
          </p:cNvPicPr>
          <p:nvPr/>
        </p:nvPicPr>
        <p:blipFill>
          <a:blip r:embed="rId3"/>
          <a:srcRect l="7997" t="7372" b="3397"/>
          <a:stretch>
            <a:fillRect/>
          </a:stretch>
        </p:blipFill>
        <p:spPr>
          <a:xfrm>
            <a:off x="2663825" y="8018463"/>
            <a:ext cx="1366838" cy="1236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78 CuadroTexto"/>
          <p:cNvSpPr txBox="1"/>
          <p:nvPr/>
        </p:nvSpPr>
        <p:spPr>
          <a:xfrm>
            <a:off x="1196975" y="3852863"/>
            <a:ext cx="7473950" cy="941387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2800" dirty="0">
                <a:solidFill>
                  <a:srgbClr val="0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Otorga el presente                                                Certificado A:</a:t>
            </a:r>
            <a:endParaRPr lang="es-VE" altLang="es-VE" sz="2800" dirty="0">
              <a:solidFill>
                <a:srgbClr val="000000"/>
              </a:solidFill>
              <a:latin typeface="Lucida Calligraphy" panose="03010101010101010101" pitchFamily="66" charset="0"/>
              <a:ea typeface="Arial" panose="020B0604020202020204" pitchFamily="34" charset="0"/>
            </a:endParaRPr>
          </a:p>
        </p:txBody>
      </p:sp>
      <p:sp>
        <p:nvSpPr>
          <p:cNvPr id="2061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VE" altLang="es-VE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s-VE" altLang="es-VE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kumimoji="0" lang="es-VE" altLang="es-VE" sz="3200" b="0" i="1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62" name="10 CuadroTexto"/>
          <p:cNvSpPr txBox="1"/>
          <p:nvPr/>
        </p:nvSpPr>
        <p:spPr>
          <a:xfrm>
            <a:off x="1196975" y="2767013"/>
            <a:ext cx="7473950" cy="8191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2400" dirty="0">
                <a:solidFill>
                  <a:srgbClr val="000000"/>
                </a:solidFill>
                <a:latin typeface="Arial Black" panose="020B0A04020102090204" pitchFamily="34" charset="0"/>
                <a:cs typeface="Arial" panose="020B0604020202020204" pitchFamily="34" charset="0"/>
              </a:rPr>
              <a:t>ORGANIZACIÓN KOKUSAI SHITO RYU                    KARATE DO OCOA</a:t>
            </a:r>
            <a:endParaRPr lang="es-VE" altLang="es-VE" sz="2400" dirty="0">
              <a:solidFill>
                <a:srgbClr val="000000"/>
              </a:solidFill>
              <a:latin typeface="Arial Black" panose="020B0A04020102090204" pitchFamily="34" charset="0"/>
              <a:ea typeface="Arial" panose="020B0604020202020204" pitchFamily="34" charset="0"/>
            </a:endParaRPr>
          </a:p>
        </p:txBody>
      </p:sp>
      <p:sp>
        <p:nvSpPr>
          <p:cNvPr id="2067" name="78 CuadroTexto"/>
          <p:cNvSpPr txBox="1"/>
          <p:nvPr/>
        </p:nvSpPr>
        <p:spPr>
          <a:xfrm>
            <a:off x="1871663" y="3484563"/>
            <a:ext cx="6192837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ccoladeLH" pitchFamily="2" charset="0"/>
                <a:cs typeface="Arial" panose="020B0604020202020204" pitchFamily="34" charset="0"/>
              </a:rPr>
              <a:t>Afiliada a la Federación Venezolana de Karate Do</a:t>
            </a:r>
            <a:endParaRPr lang="es-VE" altLang="es-VE" sz="1400" dirty="0">
              <a:solidFill>
                <a:srgbClr val="000000"/>
              </a:solidFill>
              <a:latin typeface="AccoladeLH" pitchFamily="2" charset="0"/>
              <a:ea typeface="Arial" panose="020B0604020202020204" pitchFamily="34" charset="0"/>
            </a:endParaRPr>
          </a:p>
        </p:txBody>
      </p:sp>
      <p:pic>
        <p:nvPicPr>
          <p:cNvPr id="206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700" y="107950"/>
            <a:ext cx="1944688" cy="1944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82 CuadroTexto"/>
          <p:cNvSpPr txBox="1"/>
          <p:nvPr/>
        </p:nvSpPr>
        <p:spPr>
          <a:xfrm>
            <a:off x="10369550" y="4356100"/>
            <a:ext cx="590550" cy="4392613"/>
          </a:xfrm>
          <a:prstGeom prst="rect">
            <a:avLst/>
          </a:prstGeom>
          <a:noFill/>
          <a:ln w="9525">
            <a:noFill/>
          </a:ln>
        </p:spPr>
        <p:txBody>
          <a:bodyPr vert="eaVert" lIns="79288" tIns="39644" rIns="79288" bIns="39644" anchor="ctr" anchorCtr="0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1665605" eaLnBrk="1" hangingPunct="1">
              <a:spcBef>
                <a:spcPct val="0"/>
              </a:spcBef>
              <a:buFontTx/>
              <a:buNone/>
            </a:pPr>
            <a:r>
              <a:rPr lang="es-MX" altLang="ja-JP" sz="2800" dirty="0">
                <a:solidFill>
                  <a:srgbClr val="000000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</a:rPr>
              <a:t>{{fecha_japonesa}}</a:t>
            </a:r>
            <a:endParaRPr lang="es-VE" altLang="es-VE" sz="2800" dirty="0">
              <a:solidFill>
                <a:srgbClr val="000000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</a:endParaRPr>
          </a:p>
        </p:txBody>
      </p:sp>
      <p:sp>
        <p:nvSpPr>
          <p:cNvPr id="2072" name="6 Rectángulo"/>
          <p:cNvSpPr/>
          <p:nvPr/>
        </p:nvSpPr>
        <p:spPr>
          <a:xfrm>
            <a:off x="1385888" y="10179050"/>
            <a:ext cx="2174875" cy="2984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Director Técnico</a:t>
            </a:r>
          </a:p>
        </p:txBody>
      </p:sp>
      <p:sp>
        <p:nvSpPr>
          <p:cNvPr id="2073" name="4 Rectángulo"/>
          <p:cNvSpPr/>
          <p:nvPr/>
        </p:nvSpPr>
        <p:spPr>
          <a:xfrm>
            <a:off x="1295400" y="9947275"/>
            <a:ext cx="2355850" cy="2984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b="1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Renshi Orlando Coa</a:t>
            </a:r>
          </a:p>
        </p:txBody>
      </p:sp>
      <p:sp>
        <p:nvSpPr>
          <p:cNvPr id="2074" name="6 Rectángulo"/>
          <p:cNvSpPr/>
          <p:nvPr/>
        </p:nvSpPr>
        <p:spPr>
          <a:xfrm>
            <a:off x="5832475" y="10179050"/>
            <a:ext cx="3243263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Asesor Técnico Shito Ryu</a:t>
            </a:r>
          </a:p>
        </p:txBody>
      </p:sp>
      <p:cxnSp>
        <p:nvCxnSpPr>
          <p:cNvPr id="46" name="45 Conector recto"/>
          <p:cNvCxnSpPr/>
          <p:nvPr/>
        </p:nvCxnSpPr>
        <p:spPr>
          <a:xfrm>
            <a:off x="6373813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4 Rectángulo"/>
          <p:cNvSpPr/>
          <p:nvPr/>
        </p:nvSpPr>
        <p:spPr>
          <a:xfrm>
            <a:off x="6275388" y="9948863"/>
            <a:ext cx="2355850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ja-JP" sz="1400" b="1" dirty="0">
                <a:solidFill>
                  <a:srgbClr val="000000"/>
                </a:solidFill>
                <a:latin typeface="Andalus" panose="02020603050405020304" pitchFamily="18" charset="-78"/>
                <a:ea typeface="MS PGothic" panose="020B0600070205080204" pitchFamily="34" charset="-128"/>
              </a:rPr>
              <a:t>MSc. Hanshi José Di Nino</a:t>
            </a:r>
            <a:endParaRPr lang="es-VE" altLang="es-VE" sz="1400" b="1" dirty="0">
              <a:solidFill>
                <a:srgbClr val="000000"/>
              </a:solidFill>
              <a:latin typeface="Andalus" panose="02020603050405020304" pitchFamily="18" charset="-78"/>
              <a:ea typeface="MS PGothic" panose="020B0600070205080204" pitchFamily="34" charset="-128"/>
            </a:endParaRPr>
          </a:p>
        </p:txBody>
      </p:sp>
      <p:sp>
        <p:nvSpPr>
          <p:cNvPr id="2077" name="6 Rectángulo"/>
          <p:cNvSpPr/>
          <p:nvPr/>
        </p:nvSpPr>
        <p:spPr>
          <a:xfrm>
            <a:off x="3854450" y="10179050"/>
            <a:ext cx="2174875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Asesor Técnico Shito Ryu </a:t>
            </a:r>
          </a:p>
        </p:txBody>
      </p:sp>
      <p:cxnSp>
        <p:nvCxnSpPr>
          <p:cNvPr id="49" name="48 Conector recto"/>
          <p:cNvCxnSpPr/>
          <p:nvPr/>
        </p:nvCxnSpPr>
        <p:spPr>
          <a:xfrm>
            <a:off x="3862388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9" name="4 Rectángulo"/>
          <p:cNvSpPr/>
          <p:nvPr/>
        </p:nvSpPr>
        <p:spPr>
          <a:xfrm>
            <a:off x="3671888" y="9947275"/>
            <a:ext cx="2511425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b="1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Dra. Hanshi Roraima Solórzano</a:t>
            </a:r>
          </a:p>
        </p:txBody>
      </p:sp>
      <p:cxnSp>
        <p:nvCxnSpPr>
          <p:cNvPr id="53" name="52 Conector recto"/>
          <p:cNvCxnSpPr/>
          <p:nvPr/>
        </p:nvCxnSpPr>
        <p:spPr>
          <a:xfrm>
            <a:off x="1393825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1" name="20 CuadroTexto"/>
          <p:cNvSpPr txBox="1"/>
          <p:nvPr/>
        </p:nvSpPr>
        <p:spPr>
          <a:xfrm>
            <a:off x="1027113" y="7431088"/>
            <a:ext cx="7545387" cy="573087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{{grado_español}}</a:t>
            </a:r>
            <a:endParaRPr lang="es-VE" altLang="es-VE" sz="32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82" name="1 Rectángulo"/>
          <p:cNvSpPr/>
          <p:nvPr/>
        </p:nvSpPr>
        <p:spPr>
          <a:xfrm>
            <a:off x="1816100" y="5694363"/>
            <a:ext cx="6176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VE" altLang="es-VE" sz="2400" dirty="0">
                <a:solidFill>
                  <a:srgbClr val="000000"/>
                </a:solidFill>
                <a:latin typeface="Acanthus Black SSi" panose="02020500000000000000" pitchFamily="18" charset="0"/>
                <a:cs typeface="Times New Roman" panose="02020603050405020304" pitchFamily="18" charset="0"/>
              </a:rPr>
              <a:t>{{cedula}}</a:t>
            </a:r>
            <a:endParaRPr lang="es-VE" altLang="es-VE" sz="1200" dirty="0">
              <a:solidFill>
                <a:srgbClr val="000000"/>
              </a:solidFill>
              <a:latin typeface="Acanthus Black SSi" panose="02020500000000000000" pitchFamily="18" charset="0"/>
              <a:ea typeface="Arial" panose="020B0604020202020204" pitchFamily="34" charset="0"/>
            </a:endParaRPr>
          </a:p>
        </p:txBody>
      </p:sp>
      <p:sp>
        <p:nvSpPr>
          <p:cNvPr id="2083" name="1 Rectángulo"/>
          <p:cNvSpPr/>
          <p:nvPr/>
        </p:nvSpPr>
        <p:spPr>
          <a:xfrm>
            <a:off x="1152525" y="4772025"/>
            <a:ext cx="7545388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MX" altLang="es-VE" sz="6000" b="1" dirty="0">
                <a:solidFill>
                  <a:srgbClr val="000000"/>
                </a:solidFill>
                <a:latin typeface="Elegans Script SSi" panose="02020500000000000000" pitchFamily="18" charset="0"/>
                <a:cs typeface="Times New Roman" panose="02020603050405020304" pitchFamily="18" charset="0"/>
              </a:rPr>
              <a:t>{{Nombre_Alumno}}</a:t>
            </a:r>
            <a:endParaRPr lang="es-VE" altLang="es-VE" sz="1200" dirty="0">
              <a:solidFill>
                <a:srgbClr val="000000"/>
              </a:solidFill>
              <a:latin typeface="Acanthus Black SSi" panose="02020500000000000000" pitchFamily="18" charset="0"/>
              <a:ea typeface="Arial" panose="020B0604020202020204" pitchFamily="34" charset="0"/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wrap="square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ja-JP" altLang="es-VE" sz="8000" kern="1200" cap="none" spc="0" normalizeH="0" baseline="0" noProof="0" dirty="0" smtClean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</a:t>
            </a:r>
            <a:r>
              <a:rPr kumimoji="0" lang="ja-JP" altLang="es-VE" sz="8000" kern="1200" cap="none" spc="0" normalizeH="0" baseline="0" noProof="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允許ス</a:t>
            </a:r>
            <a:endParaRPr kumimoji="0" lang="es-VE" altLang="es-VE" sz="8000" kern="1200" cap="none" spc="0" normalizeH="0" baseline="0" noProof="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7" name="74 Rectángulo"/>
          <p:cNvSpPr>
            <a:spLocks noChangeArrowheads="1"/>
          </p:cNvSpPr>
          <p:nvPr/>
        </p:nvSpPr>
        <p:spPr bwMode="auto">
          <a:xfrm>
            <a:off x="5876924" y="8131933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74 Rectángulo"/>
          <p:cNvSpPr>
            <a:spLocks noChangeArrowheads="1"/>
          </p:cNvSpPr>
          <p:nvPr/>
        </p:nvSpPr>
        <p:spPr bwMode="auto">
          <a:xfrm>
            <a:off x="5880372" y="8131933"/>
            <a:ext cx="295116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s-VE" altLang="es-VE" sz="17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s-VE" altLang="es-VE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Registro N</a:t>
            </a:r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39" name="74 Rectángulo"/>
          <p:cNvSpPr>
            <a:spLocks noChangeArrowheads="1"/>
          </p:cNvSpPr>
          <p:nvPr/>
        </p:nvSpPr>
        <p:spPr bwMode="auto">
          <a:xfrm>
            <a:off x="7017940" y="8387991"/>
            <a:ext cx="1292997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</Words>
  <Application>Microsoft Office PowerPoint</Application>
  <PresentationFormat>Personalizado</PresentationFormat>
  <Paragraphs>28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César Velásquez</dc:creator>
  <cp:lastModifiedBy>CD y JM</cp:lastModifiedBy>
  <cp:revision>294</cp:revision>
  <cp:lastPrinted>2025-12-13T02:54:15Z</cp:lastPrinted>
  <dcterms:created xsi:type="dcterms:W3CDTF">2009-07-25T14:43:43Z</dcterms:created>
  <dcterms:modified xsi:type="dcterms:W3CDTF">2026-03-07T16:44:41Z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5D48E126EEEA48A8909ECA442ACE026F_12</vt:lpwstr>
  </property>
  <property fmtid="{D5CDD505-2E9C-101B-9397-08002B2CF9AE}" pid="3" name="KSOProductBuildVer">
    <vt:lpwstr>2058-12.2.0.23196</vt:lpwstr>
  </property>
</Properties>
</file>