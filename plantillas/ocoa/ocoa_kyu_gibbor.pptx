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D878F-BB3D-4DE2-A582-15611313F447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7CFD7-827E-45DD-9E88-46A2E7F2228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22387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s-VE" altLang="es-VE" smtClean="0"/>
          </a:p>
        </p:txBody>
      </p:sp>
      <p:sp>
        <p:nvSpPr>
          <p:cNvPr id="2150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1pPr>
            <a:lvl2pPr marL="647506" indent="-248188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2pPr>
            <a:lvl3pPr marL="996910" indent="-198273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3pPr>
            <a:lvl4pPr marL="1396229" indent="-198273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4pPr>
            <a:lvl5pPr marL="1795547" indent="-198273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5pPr>
            <a:lvl6pPr marL="2194866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6pPr>
            <a:lvl7pPr marL="2594184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7pPr>
            <a:lvl8pPr marL="2993503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8pPr>
            <a:lvl9pPr marL="3392821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552ADBB-DF89-491D-BA2B-2BA24DB75247}" type="slidenum">
              <a:rPr lang="es-VE" altLang="es-VE">
                <a:latin typeface="Arial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s-VE" altLang="es-VE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92515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33 Rectángulo"/>
          <p:cNvSpPr/>
          <p:nvPr/>
        </p:nvSpPr>
        <p:spPr>
          <a:xfrm>
            <a:off x="20158843" y="5324559"/>
            <a:ext cx="642942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66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66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00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8201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8202" name="1 Rectángulo"/>
          <p:cNvSpPr>
            <a:spLocks noChangeArrowheads="1"/>
          </p:cNvSpPr>
          <p:nvPr/>
        </p:nvSpPr>
        <p:spPr bwMode="auto">
          <a:xfrm>
            <a:off x="-7777163" y="5653088"/>
            <a:ext cx="7489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i-FI" altLang="es-VE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C.I.: V-32.000.719</a:t>
            </a:r>
            <a:r>
              <a:rPr lang="ja-JP" altLang="es-VE" sz="360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　　　　　　　　　　　　　　　　</a:t>
            </a:r>
            <a:endParaRPr lang="es-VE" altLang="es-V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8204" name="Picture 2" descr="C:\Users\cesar_velasquez\Downloads\logoKokusai-1.png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64050" y="1338263"/>
            <a:ext cx="1855787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5563" y="1042988"/>
            <a:ext cx="4675187" cy="472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6" name="Picture 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7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820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3540125" y="8820150"/>
            <a:ext cx="1366838" cy="123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9" name="6 Rectángulo"/>
          <p:cNvSpPr>
            <a:spLocks noChangeArrowheads="1"/>
          </p:cNvSpPr>
          <p:nvPr/>
        </p:nvSpPr>
        <p:spPr bwMode="auto">
          <a:xfrm>
            <a:off x="1498600" y="10056813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cxnSp>
        <p:nvCxnSpPr>
          <p:cNvPr id="46" name="45 Conector recto"/>
          <p:cNvCxnSpPr/>
          <p:nvPr/>
        </p:nvCxnSpPr>
        <p:spPr>
          <a:xfrm>
            <a:off x="1270000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1" name="4 Rectángulo"/>
          <p:cNvSpPr>
            <a:spLocks noChangeArrowheads="1"/>
          </p:cNvSpPr>
          <p:nvPr/>
        </p:nvSpPr>
        <p:spPr bwMode="auto">
          <a:xfrm>
            <a:off x="1390650" y="9882188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8212" name="6 Rectángulo"/>
          <p:cNvSpPr>
            <a:spLocks noChangeArrowheads="1"/>
          </p:cNvSpPr>
          <p:nvPr/>
        </p:nvSpPr>
        <p:spPr bwMode="auto">
          <a:xfrm>
            <a:off x="5443538" y="10056813"/>
            <a:ext cx="32432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Gibbor</a:t>
            </a:r>
          </a:p>
        </p:txBody>
      </p:sp>
      <p:cxnSp>
        <p:nvCxnSpPr>
          <p:cNvPr id="49" name="48 Conector recto"/>
          <p:cNvCxnSpPr/>
          <p:nvPr/>
        </p:nvCxnSpPr>
        <p:spPr>
          <a:xfrm>
            <a:off x="5778500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4" name="4 Rectángulo"/>
          <p:cNvSpPr>
            <a:spLocks noChangeArrowheads="1"/>
          </p:cNvSpPr>
          <p:nvPr/>
        </p:nvSpPr>
        <p:spPr bwMode="auto">
          <a:xfrm>
            <a:off x="5899150" y="9882188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Yuswaldo Silva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8215" name="1 Rectángulo"/>
          <p:cNvSpPr>
            <a:spLocks noChangeArrowheads="1"/>
          </p:cNvSpPr>
          <p:nvPr/>
        </p:nvSpPr>
        <p:spPr bwMode="auto">
          <a:xfrm>
            <a:off x="1816100" y="5694363"/>
            <a:ext cx="6176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2400">
                <a:solidFill>
                  <a:srgbClr val="000000"/>
                </a:solidFill>
                <a:latin typeface="Acanthus Black SSi" pitchFamily="18" charset="0"/>
                <a:cs typeface="Times New Roman" pitchFamily="18" charset="0"/>
              </a:rPr>
              <a:t>{{cedula}}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8216" name="1 Rectángulo"/>
          <p:cNvSpPr>
            <a:spLocks noChangeArrowheads="1"/>
          </p:cNvSpPr>
          <p:nvPr/>
        </p:nvSpPr>
        <p:spPr bwMode="auto">
          <a:xfrm>
            <a:off x="1152525" y="4772025"/>
            <a:ext cx="7545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MX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33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18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8219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8220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8221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43" name="42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8224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8225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7" name="36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8" name="37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39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125</Words>
  <Application>Microsoft Office PowerPoint</Application>
  <PresentationFormat>Personalizado</PresentationFormat>
  <Paragraphs>28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