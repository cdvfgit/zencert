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491" r:id="rId2"/>
  </p:sldIdLst>
  <p:sldSz cx="17281525" cy="11880850"/>
  <p:notesSz cx="7102475" cy="11217275"/>
  <p:defaultTextStyle>
    <a:defPPr>
      <a:defRPr lang="es-VE"/>
    </a:defPPr>
    <a:lvl1pPr marL="0" lvl="0" indent="0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831850" lvl="1" indent="-374650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665605" lvl="2" indent="-751205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2498725" lvl="3" indent="-1127125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3332480" lvl="4" indent="-1503680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-1503680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-1503680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-1503680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-1503680" algn="l" defTabSz="166560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3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742" userDrawn="1">
          <p15:clr>
            <a:srgbClr val="A4A3A4"/>
          </p15:clr>
        </p15:guide>
        <p15:guide id="2" pos="54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/>
    <p:restoredTop sz="94671"/>
  </p:normalViewPr>
  <p:slideViewPr>
    <p:cSldViewPr showGuides="1">
      <p:cViewPr>
        <p:scale>
          <a:sx n="100" d="100"/>
          <a:sy n="100" d="100"/>
        </p:scale>
        <p:origin x="1398" y="1368"/>
      </p:cViewPr>
      <p:guideLst>
        <p:guide orient="horz" pos="3742"/>
        <p:guide pos="544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60388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/>
          <a:lstStyle>
            <a:lvl1pPr>
              <a:defRPr sz="1200"/>
            </a:lvl1pPr>
          </a:lstStyle>
          <a:p>
            <a:pPr marL="0" marR="0" lvl="0" indent="0" algn="l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60388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621506-4EE6-47A9-89D0-2A7FCF3CF79B}" type="datetimeFigureOut">
              <a:rPr kumimoji="0" lang="es-VE" altLang="es-V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28/2/2026</a:t>
            </a:fld>
            <a:endParaRPr kumimoji="0" lang="es-VE" altLang="es-VE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492125" y="841375"/>
            <a:ext cx="6118225" cy="4206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8" tIns="45714" rIns="91428" bIns="45714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9613" y="5327650"/>
            <a:ext cx="5683250" cy="504825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altLang="es-V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Haga clic para modificar el estilo de texto del patrón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altLang="es-V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Segundo nivel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altLang="es-V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Tercer nivel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altLang="es-V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Cuarto nivel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altLang="es-V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Quinto nivel</a:t>
            </a:r>
            <a:endParaRPr kumimoji="0" lang="es-VE" altLang="es-VE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10653713"/>
            <a:ext cx="3078163" cy="561975"/>
          </a:xfrm>
          <a:prstGeom prst="rect">
            <a:avLst/>
          </a:prstGeom>
        </p:spPr>
        <p:txBody>
          <a:bodyPr vert="horz" wrap="square" lIns="91428" tIns="45714" rIns="91428" bIns="45714" numCol="1" anchor="b" anchorCtr="0" compatLnSpc="1"/>
          <a:lstStyle>
            <a:lvl1pPr>
              <a:defRPr sz="1200"/>
            </a:lvl1pPr>
          </a:lstStyle>
          <a:p>
            <a:pPr marL="0" marR="0" lvl="0" indent="0" algn="l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022725" y="10653713"/>
            <a:ext cx="3078163" cy="561975"/>
          </a:xfrm>
          <a:prstGeom prst="rect">
            <a:avLst/>
          </a:prstGeom>
        </p:spPr>
        <p:txBody>
          <a:bodyPr vert="horz" wrap="square" lIns="91428" tIns="45714" rIns="91428" bIns="45714" numCol="1" anchor="b" anchorCtr="0" compatLnSpc="1"/>
          <a:lstStyle/>
          <a:p>
            <a:pPr lvl="0" algn="r" eaLnBrk="1" hangingPunct="1"/>
            <a:fld id="{9A0DB2DC-4C9A-4742-B13C-FB6460FD3503}" type="slidenum">
              <a:rPr lang="es-VE" altLang="es-VE" sz="1200" dirty="0"/>
              <a:t>‹Nº›</a:t>
            </a:fld>
            <a:endParaRPr lang="es-VE" altLang="es-VE" sz="1200" dirty="0"/>
          </a:p>
        </p:txBody>
      </p:sp>
    </p:spTree>
    <p:extLst>
      <p:ext uri="{BB962C8B-B14F-4D97-AF65-F5344CB8AC3E}">
        <p14:creationId xmlns:p14="http://schemas.microsoft.com/office/powerpoint/2010/main" val="347908089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96115" y="3690766"/>
            <a:ext cx="14689297" cy="254668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2592230" y="6732482"/>
            <a:ext cx="12097068" cy="30362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2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237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36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475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598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272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483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695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28/2/2026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28/2/2026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65122" y="7634547"/>
            <a:ext cx="14689297" cy="2359669"/>
          </a:xfrm>
        </p:spPr>
        <p:txBody>
          <a:bodyPr anchor="t"/>
          <a:lstStyle>
            <a:lvl1pPr algn="l">
              <a:defRPr sz="1062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1365122" y="5035613"/>
            <a:ext cx="14689297" cy="2598935"/>
          </a:xfrm>
        </p:spPr>
        <p:txBody>
          <a:bodyPr anchor="b"/>
          <a:lstStyle>
            <a:lvl1pPr marL="0" indent="0">
              <a:buNone/>
              <a:defRPr sz="5235">
                <a:solidFill>
                  <a:schemeClr val="tx1">
                    <a:tint val="75000"/>
                  </a:schemeClr>
                </a:solidFill>
              </a:defRPr>
            </a:lvl1pPr>
            <a:lvl2pPr marL="1212215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423795" indent="0">
              <a:buNone/>
              <a:defRPr sz="4220">
                <a:solidFill>
                  <a:schemeClr val="tx1">
                    <a:tint val="75000"/>
                  </a:schemeClr>
                </a:solidFill>
              </a:defRPr>
            </a:lvl3pPr>
            <a:lvl4pPr marL="363601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84759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605980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727202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848360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969581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28/2/2026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 hasCustomPrompt="1"/>
          </p:nvPr>
        </p:nvSpPr>
        <p:spPr>
          <a:xfrm>
            <a:off x="648059" y="3696265"/>
            <a:ext cx="5688502" cy="10453499"/>
          </a:xfrm>
        </p:spPr>
        <p:txBody>
          <a:bodyPr/>
          <a:lstStyle>
            <a:lvl1pPr>
              <a:defRPr sz="7420"/>
            </a:lvl1pPr>
            <a:lvl2pPr>
              <a:defRPr sz="6400"/>
            </a:lvl2pPr>
            <a:lvl3pPr>
              <a:defRPr sz="5235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6624586" y="3696265"/>
            <a:ext cx="5688502" cy="10453499"/>
          </a:xfrm>
        </p:spPr>
        <p:txBody>
          <a:bodyPr/>
          <a:lstStyle>
            <a:lvl1pPr>
              <a:defRPr sz="7420"/>
            </a:lvl1pPr>
            <a:lvl2pPr>
              <a:defRPr sz="6400"/>
            </a:lvl2pPr>
            <a:lvl3pPr>
              <a:defRPr sz="5235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28/2/2026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64077" y="475784"/>
            <a:ext cx="15553373" cy="1980142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864078" y="2659441"/>
            <a:ext cx="7635675" cy="1108328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2215" indent="0">
              <a:buNone/>
              <a:defRPr sz="5235" b="1"/>
            </a:lvl2pPr>
            <a:lvl3pPr marL="2423795" indent="0">
              <a:buNone/>
              <a:defRPr sz="4800" b="1"/>
            </a:lvl3pPr>
            <a:lvl4pPr marL="3636010" indent="0">
              <a:buNone/>
              <a:defRPr sz="4220" b="1"/>
            </a:lvl4pPr>
            <a:lvl5pPr marL="4847590" indent="0">
              <a:buNone/>
              <a:defRPr sz="4220" b="1"/>
            </a:lvl5pPr>
            <a:lvl6pPr marL="6059805" indent="0">
              <a:buNone/>
              <a:defRPr sz="4220" b="1"/>
            </a:lvl6pPr>
            <a:lvl7pPr marL="7272020" indent="0">
              <a:buNone/>
              <a:defRPr sz="4220" b="1"/>
            </a:lvl7pPr>
            <a:lvl8pPr marL="8483600" indent="0">
              <a:buNone/>
              <a:defRPr sz="4220" b="1"/>
            </a:lvl8pPr>
            <a:lvl9pPr marL="9695815" indent="0">
              <a:buNone/>
              <a:defRPr sz="422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864078" y="3767769"/>
            <a:ext cx="7635675" cy="6845241"/>
          </a:xfrm>
        </p:spPr>
        <p:txBody>
          <a:bodyPr/>
          <a:lstStyle>
            <a:lvl1pPr>
              <a:defRPr sz="6400"/>
            </a:lvl1pPr>
            <a:lvl2pPr>
              <a:defRPr sz="5235"/>
            </a:lvl2pPr>
            <a:lvl3pPr>
              <a:defRPr sz="4800"/>
            </a:lvl3pPr>
            <a:lvl4pPr>
              <a:defRPr sz="4220"/>
            </a:lvl4pPr>
            <a:lvl5pPr>
              <a:defRPr sz="4220"/>
            </a:lvl5pPr>
            <a:lvl6pPr>
              <a:defRPr sz="4220"/>
            </a:lvl6pPr>
            <a:lvl7pPr>
              <a:defRPr sz="4220"/>
            </a:lvl7pPr>
            <a:lvl8pPr>
              <a:defRPr sz="4220"/>
            </a:lvl8pPr>
            <a:lvl9pPr>
              <a:defRPr sz="422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 hasCustomPrompt="1"/>
          </p:nvPr>
        </p:nvSpPr>
        <p:spPr>
          <a:xfrm>
            <a:off x="8778776" y="2659441"/>
            <a:ext cx="7638673" cy="1108328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2215" indent="0">
              <a:buNone/>
              <a:defRPr sz="5235" b="1"/>
            </a:lvl2pPr>
            <a:lvl3pPr marL="2423795" indent="0">
              <a:buNone/>
              <a:defRPr sz="4800" b="1"/>
            </a:lvl3pPr>
            <a:lvl4pPr marL="3636010" indent="0">
              <a:buNone/>
              <a:defRPr sz="4220" b="1"/>
            </a:lvl4pPr>
            <a:lvl5pPr marL="4847590" indent="0">
              <a:buNone/>
              <a:defRPr sz="4220" b="1"/>
            </a:lvl5pPr>
            <a:lvl6pPr marL="6059805" indent="0">
              <a:buNone/>
              <a:defRPr sz="4220" b="1"/>
            </a:lvl6pPr>
            <a:lvl7pPr marL="7272020" indent="0">
              <a:buNone/>
              <a:defRPr sz="4220" b="1"/>
            </a:lvl7pPr>
            <a:lvl8pPr marL="8483600" indent="0">
              <a:buNone/>
              <a:defRPr sz="4220" b="1"/>
            </a:lvl8pPr>
            <a:lvl9pPr marL="9695815" indent="0">
              <a:buNone/>
              <a:defRPr sz="422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 hasCustomPrompt="1"/>
          </p:nvPr>
        </p:nvSpPr>
        <p:spPr>
          <a:xfrm>
            <a:off x="8778776" y="3767769"/>
            <a:ext cx="7638673" cy="6845241"/>
          </a:xfrm>
        </p:spPr>
        <p:txBody>
          <a:bodyPr/>
          <a:lstStyle>
            <a:lvl1pPr>
              <a:defRPr sz="6400"/>
            </a:lvl1pPr>
            <a:lvl2pPr>
              <a:defRPr sz="5235"/>
            </a:lvl2pPr>
            <a:lvl3pPr>
              <a:defRPr sz="4800"/>
            </a:lvl3pPr>
            <a:lvl4pPr>
              <a:defRPr sz="4220"/>
            </a:lvl4pPr>
            <a:lvl5pPr>
              <a:defRPr sz="4220"/>
            </a:lvl5pPr>
            <a:lvl6pPr>
              <a:defRPr sz="4220"/>
            </a:lvl6pPr>
            <a:lvl7pPr>
              <a:defRPr sz="4220"/>
            </a:lvl7pPr>
            <a:lvl8pPr>
              <a:defRPr sz="4220"/>
            </a:lvl8pPr>
            <a:lvl9pPr>
              <a:defRPr sz="422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28/2/2026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28/2/2026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28/2/2026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64077" y="473035"/>
            <a:ext cx="5685503" cy="2013144"/>
          </a:xfrm>
        </p:spPr>
        <p:txBody>
          <a:bodyPr anchor="b"/>
          <a:lstStyle>
            <a:lvl1pPr algn="l">
              <a:defRPr sz="5235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6756596" y="473036"/>
            <a:ext cx="9660854" cy="10139976"/>
          </a:xfrm>
        </p:spPr>
        <p:txBody>
          <a:bodyPr/>
          <a:lstStyle>
            <a:lvl1pPr>
              <a:defRPr sz="8435"/>
            </a:lvl1pPr>
            <a:lvl2pPr>
              <a:defRPr sz="7420"/>
            </a:lvl2pPr>
            <a:lvl3pPr>
              <a:defRPr sz="6400"/>
            </a:lvl3pPr>
            <a:lvl4pPr>
              <a:defRPr sz="5235"/>
            </a:lvl4pPr>
            <a:lvl5pPr>
              <a:defRPr sz="5235"/>
            </a:lvl5pPr>
            <a:lvl6pPr>
              <a:defRPr sz="5235"/>
            </a:lvl6pPr>
            <a:lvl7pPr>
              <a:defRPr sz="5235"/>
            </a:lvl7pPr>
            <a:lvl8pPr>
              <a:defRPr sz="5235"/>
            </a:lvl8pPr>
            <a:lvl9pPr>
              <a:defRPr sz="5235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864077" y="2486179"/>
            <a:ext cx="5685503" cy="8126833"/>
          </a:xfrm>
        </p:spPr>
        <p:txBody>
          <a:bodyPr/>
          <a:lstStyle>
            <a:lvl1pPr marL="0" indent="0">
              <a:buNone/>
              <a:defRPr sz="3780"/>
            </a:lvl1pPr>
            <a:lvl2pPr marL="1212215" indent="0">
              <a:buNone/>
              <a:defRPr sz="3200"/>
            </a:lvl2pPr>
            <a:lvl3pPr marL="2423795" indent="0">
              <a:buNone/>
              <a:defRPr sz="2620"/>
            </a:lvl3pPr>
            <a:lvl4pPr marL="3636010" indent="0">
              <a:buNone/>
              <a:defRPr sz="2325"/>
            </a:lvl4pPr>
            <a:lvl5pPr marL="4847590" indent="0">
              <a:buNone/>
              <a:defRPr sz="2325"/>
            </a:lvl5pPr>
            <a:lvl6pPr marL="6059805" indent="0">
              <a:buNone/>
              <a:defRPr sz="2325"/>
            </a:lvl6pPr>
            <a:lvl7pPr marL="7272020" indent="0">
              <a:buNone/>
              <a:defRPr sz="2325"/>
            </a:lvl7pPr>
            <a:lvl8pPr marL="8483600" indent="0">
              <a:buNone/>
              <a:defRPr sz="2325"/>
            </a:lvl8pPr>
            <a:lvl9pPr marL="9695815" indent="0">
              <a:buNone/>
              <a:defRPr sz="2325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28/2/2026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387300" y="8316595"/>
            <a:ext cx="10368915" cy="981822"/>
          </a:xfrm>
        </p:spPr>
        <p:txBody>
          <a:bodyPr anchor="b"/>
          <a:lstStyle>
            <a:lvl1pPr algn="l">
              <a:defRPr sz="5235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3387300" y="1061576"/>
            <a:ext cx="10368915" cy="7128510"/>
          </a:xfrm>
        </p:spPr>
        <p:txBody>
          <a:bodyPr vert="horz" wrap="square" lIns="166640" tIns="83320" rIns="166640" bIns="83320" numCol="1" rtlCol="0" anchor="t" anchorCtr="0" compatLnSpc="1">
            <a:normAutofit/>
          </a:bodyPr>
          <a:lstStyle>
            <a:lvl1pPr marL="0" indent="0">
              <a:buNone/>
              <a:defRPr sz="8435"/>
            </a:lvl1pPr>
            <a:lvl2pPr marL="1212215" indent="0">
              <a:buNone/>
              <a:defRPr sz="7420"/>
            </a:lvl2pPr>
            <a:lvl3pPr marL="2423795" indent="0">
              <a:buNone/>
              <a:defRPr sz="6400"/>
            </a:lvl3pPr>
            <a:lvl4pPr marL="3636010" indent="0">
              <a:buNone/>
              <a:defRPr sz="5235"/>
            </a:lvl4pPr>
            <a:lvl5pPr marL="4847590" indent="0">
              <a:buNone/>
              <a:defRPr sz="5235"/>
            </a:lvl5pPr>
            <a:lvl6pPr marL="6059805" indent="0">
              <a:buNone/>
              <a:defRPr sz="5235"/>
            </a:lvl6pPr>
            <a:lvl7pPr marL="7272020" indent="0">
              <a:buNone/>
              <a:defRPr sz="5235"/>
            </a:lvl7pPr>
            <a:lvl8pPr marL="8483600" indent="0">
              <a:buNone/>
              <a:defRPr sz="5235"/>
            </a:lvl8pPr>
            <a:lvl9pPr marL="9695815" indent="0">
              <a:buNone/>
              <a:defRPr sz="5235"/>
            </a:lvl9pPr>
          </a:lstStyle>
          <a:p>
            <a:pPr marL="0" marR="0" lvl="0" indent="0" algn="l" defTabSz="242125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s-VE" sz="8435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3387300" y="9298417"/>
            <a:ext cx="10368915" cy="1394348"/>
          </a:xfrm>
        </p:spPr>
        <p:txBody>
          <a:bodyPr/>
          <a:lstStyle>
            <a:lvl1pPr marL="0" indent="0">
              <a:buNone/>
              <a:defRPr sz="3780"/>
            </a:lvl1pPr>
            <a:lvl2pPr marL="1212215" indent="0">
              <a:buNone/>
              <a:defRPr sz="3200"/>
            </a:lvl2pPr>
            <a:lvl3pPr marL="2423795" indent="0">
              <a:buNone/>
              <a:defRPr sz="2620"/>
            </a:lvl3pPr>
            <a:lvl4pPr marL="3636010" indent="0">
              <a:buNone/>
              <a:defRPr sz="2325"/>
            </a:lvl4pPr>
            <a:lvl5pPr marL="4847590" indent="0">
              <a:buNone/>
              <a:defRPr sz="2325"/>
            </a:lvl5pPr>
            <a:lvl6pPr marL="6059805" indent="0">
              <a:buNone/>
              <a:defRPr sz="2325"/>
            </a:lvl6pPr>
            <a:lvl7pPr marL="7272020" indent="0">
              <a:buNone/>
              <a:defRPr sz="2325"/>
            </a:lvl7pPr>
            <a:lvl8pPr marL="8483600" indent="0">
              <a:buNone/>
              <a:defRPr sz="2325"/>
            </a:lvl8pPr>
            <a:lvl9pPr marL="9695815" indent="0">
              <a:buNone/>
              <a:defRPr sz="2325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28/2/2026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28/2/2026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9396828" y="635297"/>
            <a:ext cx="2916258" cy="1351446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>
          <a:xfrm>
            <a:off x="648059" y="635297"/>
            <a:ext cx="8460748" cy="1351446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28/2/2026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>
          <a:xfrm>
            <a:off x="863600" y="476250"/>
            <a:ext cx="15554325" cy="1979613"/>
          </a:xfrm>
          <a:prstGeom prst="rect">
            <a:avLst/>
          </a:prstGeom>
          <a:noFill/>
          <a:ln w="9525">
            <a:noFill/>
          </a:ln>
        </p:spPr>
        <p:txBody>
          <a:bodyPr lIns="166640" tIns="83320" rIns="166640" bIns="83320" anchor="ctr" anchorCtr="0"/>
          <a:lstStyle/>
          <a:p>
            <a:pPr lvl="0"/>
            <a:r>
              <a:rPr lang="es-ES" altLang="es-VE" dirty="0"/>
              <a:t>Haga clic para modificar el estilo de título del patrón</a:t>
            </a:r>
            <a:endParaRPr lang="es-VE" altLang="es-VE" dirty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>
          <a:xfrm>
            <a:off x="863600" y="2771775"/>
            <a:ext cx="15554325" cy="7840663"/>
          </a:xfrm>
          <a:prstGeom prst="rect">
            <a:avLst/>
          </a:prstGeom>
          <a:noFill/>
          <a:ln w="9525">
            <a:noFill/>
          </a:ln>
        </p:spPr>
        <p:txBody>
          <a:bodyPr lIns="166640" tIns="83320" rIns="166640" bIns="83320"/>
          <a:lstStyle/>
          <a:p>
            <a:pPr lvl="0"/>
            <a:r>
              <a:rPr lang="es-ES" altLang="es-VE" dirty="0"/>
              <a:t>Haga clic para modificar el estilo de texto del patrón</a:t>
            </a:r>
          </a:p>
          <a:p>
            <a:pPr lvl="1"/>
            <a:r>
              <a:rPr lang="es-ES" altLang="es-VE" dirty="0"/>
              <a:t>Segundo nivel</a:t>
            </a:r>
          </a:p>
          <a:p>
            <a:pPr lvl="2"/>
            <a:r>
              <a:rPr lang="es-ES" altLang="es-VE" dirty="0"/>
              <a:t>Tercer nivel</a:t>
            </a:r>
          </a:p>
          <a:p>
            <a:pPr lvl="3"/>
            <a:r>
              <a:rPr lang="es-ES" altLang="es-VE" dirty="0"/>
              <a:t>Cuarto nivel</a:t>
            </a:r>
          </a:p>
          <a:p>
            <a:pPr lvl="4"/>
            <a:r>
              <a:rPr lang="es-ES" altLang="es-VE" dirty="0"/>
              <a:t>Quinto nivel</a:t>
            </a:r>
            <a:endParaRPr lang="es-VE" altLang="es-VE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863600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/>
          <a:lstStyle>
            <a:lvl1pPr defTabSz="2422525">
              <a:defRPr sz="3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9CB40-AFDA-4CED-B878-280C197F2627}" type="datetimeFigureOut">
              <a:rPr kumimoji="0" lang="es-VE" altLang="es-VE" sz="3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28/2/2026</a:t>
            </a:fld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903913" y="11012488"/>
            <a:ext cx="547370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/>
          <a:lstStyle>
            <a:lvl1pPr algn="ctr" defTabSz="2422525">
              <a:defRPr sz="3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ctr" defTabSz="2422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VE" altLang="es-VE" sz="3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2385675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/>
          <a:lstStyle>
            <a:lvl1pPr algn="r">
              <a:defRPr sz="3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defTabSz="2422525" eaLnBrk="1" hangingPunct="1"/>
            <a:fld id="{9A0DB2DC-4C9A-4742-B13C-FB6460FD3503}" type="slidenum">
              <a:rPr lang="es-VE" altLang="es-VE" dirty="0"/>
              <a:t>‹Nº›</a:t>
            </a:fld>
            <a:endParaRPr lang="es-VE" altLang="es-VE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2421255" rtl="0" eaLnBrk="0" fontAlgn="base" hangingPunct="0">
        <a:spcBef>
          <a:spcPct val="0"/>
        </a:spcBef>
        <a:spcAft>
          <a:spcPct val="0"/>
        </a:spcAft>
        <a:defRPr sz="11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421255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anose="020F0502020204030204" pitchFamily="34" charset="0"/>
        </a:defRPr>
      </a:lvl2pPr>
      <a:lvl3pPr algn="ctr" defTabSz="2421255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anose="020F0502020204030204" pitchFamily="34" charset="0"/>
        </a:defRPr>
      </a:lvl3pPr>
      <a:lvl4pPr algn="ctr" defTabSz="2421255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anose="020F0502020204030204" pitchFamily="34" charset="0"/>
        </a:defRPr>
      </a:lvl4pPr>
      <a:lvl5pPr algn="ctr" defTabSz="2421255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anose="020F0502020204030204" pitchFamily="34" charset="0"/>
        </a:defRPr>
      </a:lvl5pPr>
      <a:lvl6pPr marL="664845" algn="ctr" defTabSz="2422525" rtl="0" fontAlgn="base">
        <a:spcBef>
          <a:spcPct val="0"/>
        </a:spcBef>
        <a:spcAft>
          <a:spcPct val="0"/>
        </a:spcAft>
        <a:defRPr sz="11635">
          <a:solidFill>
            <a:schemeClr val="tx1"/>
          </a:solidFill>
          <a:latin typeface="Calibri" panose="020F0502020204030204" pitchFamily="34" charset="0"/>
        </a:defRPr>
      </a:lvl6pPr>
      <a:lvl7pPr marL="1330325" algn="ctr" defTabSz="2422525" rtl="0" fontAlgn="base">
        <a:spcBef>
          <a:spcPct val="0"/>
        </a:spcBef>
        <a:spcAft>
          <a:spcPct val="0"/>
        </a:spcAft>
        <a:defRPr sz="11635">
          <a:solidFill>
            <a:schemeClr val="tx1"/>
          </a:solidFill>
          <a:latin typeface="Calibri" panose="020F0502020204030204" pitchFamily="34" charset="0"/>
        </a:defRPr>
      </a:lvl7pPr>
      <a:lvl8pPr marL="1995170" algn="ctr" defTabSz="2422525" rtl="0" fontAlgn="base">
        <a:spcBef>
          <a:spcPct val="0"/>
        </a:spcBef>
        <a:spcAft>
          <a:spcPct val="0"/>
        </a:spcAft>
        <a:defRPr sz="11635">
          <a:solidFill>
            <a:schemeClr val="tx1"/>
          </a:solidFill>
          <a:latin typeface="Calibri" panose="020F0502020204030204" pitchFamily="34" charset="0"/>
        </a:defRPr>
      </a:lvl8pPr>
      <a:lvl9pPr marL="2660015" algn="ctr" defTabSz="2422525" rtl="0" fontAlgn="base">
        <a:spcBef>
          <a:spcPct val="0"/>
        </a:spcBef>
        <a:spcAft>
          <a:spcPct val="0"/>
        </a:spcAft>
        <a:defRPr sz="11635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906780" indent="-906780" algn="l" defTabSz="242125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1967230" indent="-757555" algn="l" defTabSz="242125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028950" indent="-605155" algn="l" defTabSz="242125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4238625" indent="-605155" algn="l" defTabSz="242125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5200" kern="1200">
          <a:solidFill>
            <a:schemeClr val="tx1"/>
          </a:solidFill>
          <a:latin typeface="+mn-lt"/>
          <a:ea typeface="+mn-ea"/>
          <a:cs typeface="+mn-cs"/>
        </a:defRPr>
      </a:lvl4pPr>
      <a:lvl5pPr marL="5451475" indent="-605155" algn="l" defTabSz="242125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5200" kern="1200">
          <a:solidFill>
            <a:schemeClr val="tx1"/>
          </a:solidFill>
          <a:latin typeface="+mn-lt"/>
          <a:ea typeface="+mn-ea"/>
          <a:cs typeface="+mn-cs"/>
        </a:defRPr>
      </a:lvl5pPr>
      <a:lvl6pPr marL="6665595" indent="-605790" algn="l" defTabSz="2423795" rtl="0" eaLnBrk="1" latinLnBrk="0" hangingPunct="1">
        <a:spcBef>
          <a:spcPct val="20000"/>
        </a:spcBef>
        <a:buFont typeface="Arial" panose="020B0604020202020204" pitchFamily="34" charset="0"/>
        <a:buChar char="•"/>
        <a:defRPr sz="5235" kern="1200">
          <a:solidFill>
            <a:schemeClr val="tx1"/>
          </a:solidFill>
          <a:latin typeface="+mn-lt"/>
          <a:ea typeface="+mn-ea"/>
          <a:cs typeface="+mn-cs"/>
        </a:defRPr>
      </a:lvl6pPr>
      <a:lvl7pPr marL="7877810" indent="-605790" algn="l" defTabSz="2423795" rtl="0" eaLnBrk="1" latinLnBrk="0" hangingPunct="1">
        <a:spcBef>
          <a:spcPct val="20000"/>
        </a:spcBef>
        <a:buFont typeface="Arial" panose="020B0604020202020204" pitchFamily="34" charset="0"/>
        <a:buChar char="•"/>
        <a:defRPr sz="5235" kern="1200">
          <a:solidFill>
            <a:schemeClr val="tx1"/>
          </a:solidFill>
          <a:latin typeface="+mn-lt"/>
          <a:ea typeface="+mn-ea"/>
          <a:cs typeface="+mn-cs"/>
        </a:defRPr>
      </a:lvl7pPr>
      <a:lvl8pPr marL="9090025" indent="-605790" algn="l" defTabSz="2423795" rtl="0" eaLnBrk="1" latinLnBrk="0" hangingPunct="1">
        <a:spcBef>
          <a:spcPct val="20000"/>
        </a:spcBef>
        <a:buFont typeface="Arial" panose="020B0604020202020204" pitchFamily="34" charset="0"/>
        <a:buChar char="•"/>
        <a:defRPr sz="5235" kern="1200">
          <a:solidFill>
            <a:schemeClr val="tx1"/>
          </a:solidFill>
          <a:latin typeface="+mn-lt"/>
          <a:ea typeface="+mn-ea"/>
          <a:cs typeface="+mn-cs"/>
        </a:defRPr>
      </a:lvl8pPr>
      <a:lvl9pPr marL="10301605" indent="-605790" algn="l" defTabSz="2423795" rtl="0" eaLnBrk="1" latinLnBrk="0" hangingPunct="1">
        <a:spcBef>
          <a:spcPct val="20000"/>
        </a:spcBef>
        <a:buFont typeface="Arial" panose="020B0604020202020204" pitchFamily="34" charset="0"/>
        <a:buChar char="•"/>
        <a:defRPr sz="52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2215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23795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36010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47590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59805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272020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483600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695815" algn="l" defTabSz="242379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3 Imagen" descr="marco.jpg"/>
          <p:cNvPicPr>
            <a:picLocks noChangeAspect="1"/>
          </p:cNvPicPr>
          <p:nvPr/>
        </p:nvPicPr>
        <p:blipFill>
          <a:blip r:embed="rId2"/>
          <a:srcRect l="2539" t="2753" r="1453" b="815"/>
          <a:stretch>
            <a:fillRect/>
          </a:stretch>
        </p:blipFill>
        <p:spPr>
          <a:xfrm>
            <a:off x="127000" y="404813"/>
            <a:ext cx="16956088" cy="11166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" name="33 Rectángulo"/>
          <p:cNvSpPr/>
          <p:nvPr/>
        </p:nvSpPr>
        <p:spPr>
          <a:xfrm>
            <a:off x="15121482" y="3060105"/>
            <a:ext cx="432048" cy="1692771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MX" altLang="ja-JP" sz="2400" spc="-300" noProof="0" dirty="0" smtClean="0">
                <a:ln w="6350">
                  <a:solidFill>
                    <a:prstClr val="black"/>
                  </a:solidFill>
                </a:ln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</a:t>
            </a:r>
          </a:p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MX" altLang="ja-JP" sz="2400" spc="-300" noProof="0" dirty="0" smtClean="0">
                <a:ln w="6350">
                  <a:solidFill>
                    <a:prstClr val="black"/>
                  </a:solidFill>
                </a:ln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C</a:t>
            </a:r>
          </a:p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MX" altLang="ja-JP" sz="2400" spc="-300" noProof="0" dirty="0">
                <a:ln w="6350">
                  <a:solidFill>
                    <a:prstClr val="black"/>
                  </a:solidFill>
                </a:ln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d</a:t>
            </a:r>
            <a:endParaRPr lang="es-MX" altLang="ja-JP" sz="2400" spc="-300" noProof="0" dirty="0" smtClean="0">
              <a:ln w="6350">
                <a:solidFill>
                  <a:prstClr val="black"/>
                </a:solidFill>
              </a:ln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MX" altLang="ja-JP" sz="2400" spc="-300" noProof="0" dirty="0" smtClean="0">
                <a:ln w="6350">
                  <a:solidFill>
                    <a:prstClr val="black"/>
                  </a:solidFill>
                </a:ln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}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48" name="47 CuadroTexto"/>
          <p:cNvSpPr txBox="1"/>
          <p:nvPr/>
        </p:nvSpPr>
        <p:spPr>
          <a:xfrm>
            <a:off x="10668147" y="2515766"/>
            <a:ext cx="1391231" cy="2560563"/>
          </a:xfrm>
          <a:prstGeom prst="rect">
            <a:avLst/>
          </a:prstGeom>
          <a:noFill/>
        </p:spPr>
        <p:txBody>
          <a:bodyPr vert="wordArtVert" wrap="square" lIns="79288" tIns="39644" rIns="79288" bIns="39644">
            <a:spAutoFit/>
          </a:bodyPr>
          <a:lstStyle/>
          <a:p>
            <a:pPr marR="0" algn="dist" defTabSz="1443990">
              <a:buClrTx/>
              <a:buSzTx/>
              <a:buFontTx/>
              <a:buNone/>
              <a:defRPr/>
            </a:pPr>
            <a:r>
              <a:rPr kumimoji="0" lang="es-MX" altLang="es-VE" sz="8000" kern="1200" cap="none" spc="0" normalizeH="0" baseline="0" noProof="0" dirty="0" smtClean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{k}</a:t>
            </a:r>
            <a:endParaRPr kumimoji="0" lang="es-VE" altLang="es-VE" sz="8000" kern="1200" cap="none" spc="0" normalizeH="0" baseline="0" noProof="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30" name="29 Rectángulo"/>
          <p:cNvSpPr/>
          <p:nvPr/>
        </p:nvSpPr>
        <p:spPr>
          <a:xfrm>
            <a:off x="14442115" y="5076329"/>
            <a:ext cx="642942" cy="186204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115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證</a:t>
            </a:r>
            <a:endParaRPr kumimoji="0" lang="es-VE" sz="115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9478500" y="2196009"/>
            <a:ext cx="818446" cy="872284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marR="0" defTabSz="1443990">
              <a:buClrTx/>
              <a:buSzTx/>
              <a:buFontTx/>
              <a:buNone/>
              <a:defRPr/>
            </a:pPr>
            <a:r>
              <a:rPr kumimoji="0" lang="ja-JP" altLang="es-VE" sz="4400" kern="1200" cap="none" spc="0" normalizeH="0" baseline="0" noProof="0" dirty="0">
                <a:solidFill>
                  <a:prstClr val="black"/>
                </a:solidFill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国際糸東流空手道オコア協会</a:t>
            </a:r>
            <a:endParaRPr kumimoji="0" lang="es-VE" altLang="ja-JP" sz="4400" kern="1200" cap="none" spc="0" normalizeH="0" baseline="0" noProof="0" dirty="0">
              <a:solidFill>
                <a:prstClr val="black"/>
              </a:solidFill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8686412" y="2255409"/>
            <a:ext cx="968038" cy="808737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marR="0" defTabSz="1443990">
              <a:buClrTx/>
              <a:buSzTx/>
              <a:buFontTx/>
              <a:buNone/>
              <a:defRPr/>
            </a:pPr>
            <a:r>
              <a:rPr kumimoji="0" lang="ja-JP" altLang="es-VE" sz="5400" kern="1200" cap="none" spc="0" normalizeH="0" baseline="0" noProof="0" dirty="0">
                <a:solidFill>
                  <a:prstClr val="black"/>
                </a:solidFill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コアオルランド　錬士</a:t>
            </a:r>
            <a:endParaRPr kumimoji="0" lang="es-VE" sz="5400" kern="1200" cap="none" spc="0" normalizeH="0" baseline="0" noProof="0" dirty="0">
              <a:solidFill>
                <a:prstClr val="black"/>
              </a:solidFill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2057" name="88 CuadroTexto"/>
          <p:cNvSpPr txBox="1"/>
          <p:nvPr/>
        </p:nvSpPr>
        <p:spPr>
          <a:xfrm>
            <a:off x="13249275" y="2052638"/>
            <a:ext cx="990600" cy="8866187"/>
          </a:xfrm>
          <a:prstGeom prst="rect">
            <a:avLst/>
          </a:prstGeom>
          <a:noFill/>
          <a:ln w="9525">
            <a:noFill/>
          </a:ln>
        </p:spPr>
        <p:txBody>
          <a:bodyPr vert="eaVert"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MX" altLang="ja-JP" sz="5400" dirty="0">
                <a:solidFill>
                  <a:srgbClr val="000000"/>
                </a:solidFill>
                <a:latin typeface="EPSON 太行書体Ｂ" panose="03000709000000000000" pitchFamily="65" charset="-128"/>
                <a:ea typeface="EPSON 太行書体Ｂ" panose="03000709000000000000" pitchFamily="65" charset="-128"/>
              </a:rPr>
              <a:t>{{nombre_katakana}}</a:t>
            </a:r>
            <a:endParaRPr lang="es-VE" altLang="ja-JP" sz="5400" dirty="0">
              <a:solidFill>
                <a:srgbClr val="000000"/>
              </a:solidFill>
              <a:latin typeface="EPSON 太行書体Ｂ" panose="03000709000000000000" pitchFamily="65" charset="-128"/>
              <a:ea typeface="EPSON 太行書体Ｂ" panose="03000709000000000000" pitchFamily="65" charset="-128"/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11925314" y="2196009"/>
            <a:ext cx="1237343" cy="8190604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marR="0" algn="dist" defTabSz="1443990">
              <a:buClrTx/>
              <a:buSzTx/>
              <a:buFontTx/>
              <a:buNone/>
              <a:defRPr/>
            </a:pPr>
            <a:r>
              <a:rPr kumimoji="0" lang="ja-JP" altLang="es-VE" sz="6600" kern="1200" cap="none" spc="0" normalizeH="0" baseline="0" noProof="0" dirty="0">
                <a:solidFill>
                  <a:prstClr val="black"/>
                </a:solidFill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右者</a:t>
            </a:r>
            <a:r>
              <a:rPr kumimoji="0" lang="ja-JP" altLang="es-VE" sz="7200" kern="1200" cap="none" spc="0" normalizeH="0" baseline="0" noProof="0" dirty="0">
                <a:solidFill>
                  <a:prstClr val="black"/>
                </a:solidFill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糸東流</a:t>
            </a:r>
            <a:r>
              <a:rPr kumimoji="0" lang="ja-JP" altLang="es-VE" sz="6600" kern="1200" cap="none" spc="0" normalizeH="0" baseline="0" noProof="0" dirty="0">
                <a:solidFill>
                  <a:prstClr val="black"/>
                </a:solidFill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空手道</a:t>
            </a:r>
            <a:endParaRPr kumimoji="0" lang="es-VE" sz="6600" kern="1200" cap="none" spc="0" normalizeH="0" baseline="0" noProof="0" dirty="0">
              <a:solidFill>
                <a:prstClr val="black"/>
              </a:solidFill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pic>
        <p:nvPicPr>
          <p:cNvPr id="2059" name="Picture 10"/>
          <p:cNvPicPr>
            <a:picLocks noChangeAspect="1"/>
          </p:cNvPicPr>
          <p:nvPr/>
        </p:nvPicPr>
        <p:blipFill>
          <a:blip r:embed="rId3"/>
          <a:srcRect l="7997" t="7372" b="3397"/>
          <a:stretch>
            <a:fillRect/>
          </a:stretch>
        </p:blipFill>
        <p:spPr>
          <a:xfrm>
            <a:off x="2663825" y="8018463"/>
            <a:ext cx="1366838" cy="12366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0" name="78 CuadroTexto"/>
          <p:cNvSpPr txBox="1"/>
          <p:nvPr/>
        </p:nvSpPr>
        <p:spPr>
          <a:xfrm>
            <a:off x="1196975" y="3852863"/>
            <a:ext cx="7473950" cy="941387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2800" dirty="0">
                <a:solidFill>
                  <a:srgbClr val="000000"/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Otorga el presente                                                Certificado A:</a:t>
            </a:r>
            <a:endParaRPr lang="es-VE" altLang="es-VE" sz="2800" dirty="0">
              <a:solidFill>
                <a:srgbClr val="000000"/>
              </a:solidFill>
              <a:latin typeface="Lucida Calligraphy" panose="03010101010101010101" pitchFamily="66" charset="0"/>
              <a:ea typeface="Arial" panose="020B0604020202020204" pitchFamily="34" charset="0"/>
            </a:endParaRPr>
          </a:p>
        </p:txBody>
      </p:sp>
      <p:sp>
        <p:nvSpPr>
          <p:cNvPr id="2061" name="20 CuadroTexto"/>
          <p:cNvSpPr txBox="1">
            <a:spLocks noChangeArrowheads="1"/>
          </p:cNvSpPr>
          <p:nvPr/>
        </p:nvSpPr>
        <p:spPr bwMode="auto">
          <a:xfrm>
            <a:off x="1125538" y="6156325"/>
            <a:ext cx="7545388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8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7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VE" altLang="es-VE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kumimoji="0" lang="es-VE" altLang="es-VE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Por haber cumplido los requisitos exigidos           por  esta Organización y en Virtud de su                       Progreso se le Otorga el Grado de:</a:t>
            </a:r>
            <a:endParaRPr kumimoji="0" lang="es-VE" altLang="es-VE" sz="3200" b="0" i="1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62" name="10 CuadroTexto"/>
          <p:cNvSpPr txBox="1"/>
          <p:nvPr/>
        </p:nvSpPr>
        <p:spPr>
          <a:xfrm>
            <a:off x="1196975" y="2767013"/>
            <a:ext cx="7473950" cy="819150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2400" dirty="0">
                <a:solidFill>
                  <a:srgbClr val="000000"/>
                </a:solidFill>
                <a:latin typeface="Arial Black" panose="020B0A04020102090204" pitchFamily="34" charset="0"/>
                <a:cs typeface="Arial" panose="020B0604020202020204" pitchFamily="34" charset="0"/>
              </a:rPr>
              <a:t>ORGANIZACIÓN KOKUSAI SHITO RYU                    KARATE DO OCOA</a:t>
            </a:r>
            <a:endParaRPr lang="es-VE" altLang="es-VE" sz="2400" dirty="0">
              <a:solidFill>
                <a:srgbClr val="000000"/>
              </a:solidFill>
              <a:latin typeface="Arial Black" panose="020B0A04020102090204" pitchFamily="34" charset="0"/>
              <a:ea typeface="Arial" panose="020B0604020202020204" pitchFamily="34" charset="0"/>
            </a:endParaRPr>
          </a:p>
        </p:txBody>
      </p:sp>
      <p:sp>
        <p:nvSpPr>
          <p:cNvPr id="2067" name="78 CuadroTexto"/>
          <p:cNvSpPr txBox="1"/>
          <p:nvPr/>
        </p:nvSpPr>
        <p:spPr>
          <a:xfrm>
            <a:off x="1871663" y="3484563"/>
            <a:ext cx="6192837" cy="295275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1400" dirty="0">
                <a:solidFill>
                  <a:srgbClr val="000000"/>
                </a:solidFill>
                <a:latin typeface="AccoladeLH" pitchFamily="2" charset="0"/>
                <a:cs typeface="Arial" panose="020B0604020202020204" pitchFamily="34" charset="0"/>
              </a:rPr>
              <a:t>Afiliada a la Federación Venezolana de Karate Do</a:t>
            </a:r>
            <a:endParaRPr lang="es-VE" altLang="es-VE" sz="1400" dirty="0">
              <a:solidFill>
                <a:srgbClr val="000000"/>
              </a:solidFill>
              <a:latin typeface="AccoladeLH" pitchFamily="2" charset="0"/>
              <a:ea typeface="Arial" panose="020B0604020202020204" pitchFamily="34" charset="0"/>
            </a:endParaRPr>
          </a:p>
        </p:txBody>
      </p:sp>
      <p:pic>
        <p:nvPicPr>
          <p:cNvPr id="2068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700" y="107950"/>
            <a:ext cx="1944688" cy="1944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82 CuadroTexto"/>
          <p:cNvSpPr txBox="1"/>
          <p:nvPr/>
        </p:nvSpPr>
        <p:spPr>
          <a:xfrm>
            <a:off x="10369550" y="4356100"/>
            <a:ext cx="590550" cy="4392613"/>
          </a:xfrm>
          <a:prstGeom prst="rect">
            <a:avLst/>
          </a:prstGeom>
          <a:noFill/>
          <a:ln w="9525">
            <a:noFill/>
          </a:ln>
        </p:spPr>
        <p:txBody>
          <a:bodyPr vert="eaVert" lIns="79288" tIns="39644" rIns="79288" bIns="39644" anchor="ctr" anchorCtr="0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1665605" eaLnBrk="1" hangingPunct="1">
              <a:spcBef>
                <a:spcPct val="0"/>
              </a:spcBef>
              <a:buFontTx/>
              <a:buNone/>
            </a:pPr>
            <a:r>
              <a:rPr lang="es-MX" altLang="ja-JP" sz="2800" dirty="0">
                <a:solidFill>
                  <a:srgbClr val="000000"/>
                </a:solidFill>
                <a:latin typeface="EPSON 太行書体Ｂ" panose="03000709000000000000" pitchFamily="65" charset="-128"/>
                <a:ea typeface="EPSON 太行書体Ｂ" panose="03000709000000000000" pitchFamily="65" charset="-128"/>
              </a:rPr>
              <a:t>{{fecha_japonesa}}</a:t>
            </a:r>
            <a:endParaRPr lang="es-VE" altLang="es-VE" sz="2800" dirty="0">
              <a:solidFill>
                <a:srgbClr val="000000"/>
              </a:solidFill>
              <a:latin typeface="EPSON 太行書体Ｂ" panose="03000709000000000000" pitchFamily="65" charset="-128"/>
              <a:ea typeface="EPSON 太行書体Ｂ" panose="03000709000000000000" pitchFamily="65" charset="-128"/>
            </a:endParaRPr>
          </a:p>
        </p:txBody>
      </p:sp>
      <p:sp>
        <p:nvSpPr>
          <p:cNvPr id="2072" name="6 Rectángulo"/>
          <p:cNvSpPr/>
          <p:nvPr/>
        </p:nvSpPr>
        <p:spPr>
          <a:xfrm>
            <a:off x="1385888" y="10179050"/>
            <a:ext cx="2174875" cy="298450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1400" dirty="0">
                <a:solidFill>
                  <a:srgbClr val="000000"/>
                </a:solidFill>
                <a:latin typeface="Andalus" panose="02020603050405020304" pitchFamily="18" charset="-78"/>
                <a:ea typeface="Andalus" panose="02020603050405020304" pitchFamily="18" charset="-78"/>
              </a:rPr>
              <a:t>Director Técnico</a:t>
            </a:r>
          </a:p>
        </p:txBody>
      </p:sp>
      <p:sp>
        <p:nvSpPr>
          <p:cNvPr id="2073" name="4 Rectángulo"/>
          <p:cNvSpPr/>
          <p:nvPr/>
        </p:nvSpPr>
        <p:spPr>
          <a:xfrm>
            <a:off x="1295400" y="9947275"/>
            <a:ext cx="2355850" cy="298450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1400" b="1" dirty="0">
                <a:solidFill>
                  <a:srgbClr val="000000"/>
                </a:solidFill>
                <a:latin typeface="Andalus" panose="02020603050405020304" pitchFamily="18" charset="-78"/>
                <a:ea typeface="Andalus" panose="02020603050405020304" pitchFamily="18" charset="-78"/>
              </a:rPr>
              <a:t>Renshi Orlando Coa</a:t>
            </a:r>
          </a:p>
        </p:txBody>
      </p:sp>
      <p:sp>
        <p:nvSpPr>
          <p:cNvPr id="2074" name="6 Rectángulo"/>
          <p:cNvSpPr/>
          <p:nvPr/>
        </p:nvSpPr>
        <p:spPr>
          <a:xfrm>
            <a:off x="5832475" y="10179050"/>
            <a:ext cx="3243263" cy="295275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1400" dirty="0">
                <a:solidFill>
                  <a:srgbClr val="000000"/>
                </a:solidFill>
                <a:latin typeface="Andalus" panose="02020603050405020304" pitchFamily="18" charset="-78"/>
                <a:ea typeface="Andalus" panose="02020603050405020304" pitchFamily="18" charset="-78"/>
              </a:rPr>
              <a:t>Asesor Técnico Shito Ryu</a:t>
            </a:r>
          </a:p>
        </p:txBody>
      </p:sp>
      <p:cxnSp>
        <p:nvCxnSpPr>
          <p:cNvPr id="46" name="45 Conector recto"/>
          <p:cNvCxnSpPr/>
          <p:nvPr/>
        </p:nvCxnSpPr>
        <p:spPr>
          <a:xfrm>
            <a:off x="6373813" y="99266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6" name="4 Rectángulo"/>
          <p:cNvSpPr/>
          <p:nvPr/>
        </p:nvSpPr>
        <p:spPr>
          <a:xfrm>
            <a:off x="6275388" y="9948863"/>
            <a:ext cx="2355850" cy="295275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ja-JP" sz="1400" b="1" dirty="0">
                <a:solidFill>
                  <a:srgbClr val="000000"/>
                </a:solidFill>
                <a:latin typeface="Andalus" panose="02020603050405020304" pitchFamily="18" charset="-78"/>
                <a:ea typeface="MS PGothic" panose="020B0600070205080204" pitchFamily="34" charset="-128"/>
              </a:rPr>
              <a:t>MSc. Hanshi José Di Nino</a:t>
            </a:r>
            <a:endParaRPr lang="es-VE" altLang="es-VE" sz="1400" b="1" dirty="0">
              <a:solidFill>
                <a:srgbClr val="000000"/>
              </a:solidFill>
              <a:latin typeface="Andalus" panose="02020603050405020304" pitchFamily="18" charset="-78"/>
              <a:ea typeface="MS PGothic" panose="020B0600070205080204" pitchFamily="34" charset="-128"/>
            </a:endParaRPr>
          </a:p>
        </p:txBody>
      </p:sp>
      <p:sp>
        <p:nvSpPr>
          <p:cNvPr id="2077" name="6 Rectángulo"/>
          <p:cNvSpPr/>
          <p:nvPr/>
        </p:nvSpPr>
        <p:spPr>
          <a:xfrm>
            <a:off x="3854450" y="10179050"/>
            <a:ext cx="2174875" cy="295275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None/>
            </a:pPr>
            <a:r>
              <a:rPr lang="es-VE" altLang="es-VE" sz="1400" dirty="0">
                <a:solidFill>
                  <a:srgbClr val="000000"/>
                </a:solidFill>
                <a:latin typeface="Andalus" panose="02020603050405020304" pitchFamily="18" charset="-78"/>
                <a:ea typeface="Andalus" panose="02020603050405020304" pitchFamily="18" charset="-78"/>
              </a:rPr>
              <a:t>Asesor Técnico Shito Ryu </a:t>
            </a:r>
          </a:p>
        </p:txBody>
      </p:sp>
      <p:cxnSp>
        <p:nvCxnSpPr>
          <p:cNvPr id="49" name="48 Conector recto"/>
          <p:cNvCxnSpPr/>
          <p:nvPr/>
        </p:nvCxnSpPr>
        <p:spPr>
          <a:xfrm>
            <a:off x="3862388" y="99266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9" name="4 Rectángulo"/>
          <p:cNvSpPr/>
          <p:nvPr/>
        </p:nvSpPr>
        <p:spPr>
          <a:xfrm>
            <a:off x="3671888" y="9947275"/>
            <a:ext cx="2511425" cy="295275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1400" b="1" dirty="0">
                <a:solidFill>
                  <a:srgbClr val="000000"/>
                </a:solidFill>
                <a:latin typeface="Andalus" panose="02020603050405020304" pitchFamily="18" charset="-78"/>
                <a:ea typeface="Andalus" panose="02020603050405020304" pitchFamily="18" charset="-78"/>
              </a:rPr>
              <a:t>Dra. Hanshi Roraima Solórzano</a:t>
            </a:r>
          </a:p>
        </p:txBody>
      </p:sp>
      <p:cxnSp>
        <p:nvCxnSpPr>
          <p:cNvPr id="53" name="52 Conector recto"/>
          <p:cNvCxnSpPr/>
          <p:nvPr/>
        </p:nvCxnSpPr>
        <p:spPr>
          <a:xfrm>
            <a:off x="1393825" y="99266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1" name="20 CuadroTexto"/>
          <p:cNvSpPr txBox="1"/>
          <p:nvPr/>
        </p:nvSpPr>
        <p:spPr>
          <a:xfrm>
            <a:off x="1027113" y="7431088"/>
            <a:ext cx="7545387" cy="573087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3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{{grado_español}}</a:t>
            </a:r>
            <a:endParaRPr lang="es-VE" altLang="es-VE" sz="3200" i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82" name="1 Rectángulo"/>
          <p:cNvSpPr/>
          <p:nvPr/>
        </p:nvSpPr>
        <p:spPr>
          <a:xfrm>
            <a:off x="1816100" y="5694363"/>
            <a:ext cx="617696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None/>
            </a:pPr>
            <a:r>
              <a:rPr lang="es-VE" altLang="es-VE" sz="2400" dirty="0">
                <a:solidFill>
                  <a:srgbClr val="000000"/>
                </a:solidFill>
                <a:latin typeface="Acanthus Black SSi" panose="02020500000000000000" pitchFamily="18" charset="0"/>
                <a:cs typeface="Times New Roman" panose="02020603050405020304" pitchFamily="18" charset="0"/>
              </a:rPr>
              <a:t>{{cedula}}</a:t>
            </a:r>
            <a:endParaRPr lang="es-VE" altLang="es-VE" sz="1200" dirty="0">
              <a:solidFill>
                <a:srgbClr val="000000"/>
              </a:solidFill>
              <a:latin typeface="Acanthus Black SSi" panose="02020500000000000000" pitchFamily="18" charset="0"/>
              <a:ea typeface="Arial" panose="020B0604020202020204" pitchFamily="34" charset="0"/>
            </a:endParaRPr>
          </a:p>
        </p:txBody>
      </p:sp>
      <p:sp>
        <p:nvSpPr>
          <p:cNvPr id="2083" name="1 Rectángulo"/>
          <p:cNvSpPr/>
          <p:nvPr/>
        </p:nvSpPr>
        <p:spPr>
          <a:xfrm>
            <a:off x="1152525" y="4772025"/>
            <a:ext cx="7545388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1665605" eaLnBrk="1" hangingPunct="1">
              <a:spcBef>
                <a:spcPct val="0"/>
              </a:spcBef>
              <a:buNone/>
            </a:pPr>
            <a:r>
              <a:rPr lang="es-MX" altLang="es-VE" sz="6000" b="1" dirty="0">
                <a:solidFill>
                  <a:srgbClr val="000000"/>
                </a:solidFill>
                <a:latin typeface="Elegans Script SSi" panose="02020500000000000000" pitchFamily="18" charset="0"/>
                <a:cs typeface="Times New Roman" panose="02020603050405020304" pitchFamily="18" charset="0"/>
              </a:rPr>
              <a:t>{{Nombre_Alumno}}</a:t>
            </a:r>
            <a:endParaRPr lang="es-VE" altLang="es-VE" sz="1200" dirty="0">
              <a:solidFill>
                <a:srgbClr val="000000"/>
              </a:solidFill>
              <a:latin typeface="Acanthus Black SSi" panose="02020500000000000000" pitchFamily="18" charset="0"/>
              <a:ea typeface="Arial" panose="020B0604020202020204" pitchFamily="34" charset="0"/>
            </a:endParaRPr>
          </a:p>
        </p:txBody>
      </p:sp>
      <p:sp>
        <p:nvSpPr>
          <p:cNvPr id="2084" name="74 Rectángulo"/>
          <p:cNvSpPr/>
          <p:nvPr/>
        </p:nvSpPr>
        <p:spPr>
          <a:xfrm>
            <a:off x="5876925" y="8359775"/>
            <a:ext cx="2808288" cy="341313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17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{{registro}}</a:t>
            </a:r>
            <a:endParaRPr lang="es-VE" altLang="es-VE" sz="3300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85" name="74 Rectángulo"/>
          <p:cNvSpPr/>
          <p:nvPr/>
        </p:nvSpPr>
        <p:spPr>
          <a:xfrm>
            <a:off x="5876925" y="8105775"/>
            <a:ext cx="2808288" cy="341313"/>
          </a:xfrm>
          <a:prstGeom prst="rect">
            <a:avLst/>
          </a:prstGeom>
          <a:noFill/>
          <a:ln w="9525">
            <a:noFill/>
          </a:ln>
        </p:spPr>
        <p:txBody>
          <a:bodyPr lIns="79288" tIns="39644" rIns="79288" bIns="39644">
            <a:spAutoFit/>
          </a:bodyPr>
          <a:lstStyle>
            <a:lvl1pPr marL="906780" indent="-906780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7230" indent="-7575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8950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3862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51475" indent="-605155" algn="l" defTabSz="242125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1665605" eaLnBrk="1" hangingPunct="1">
              <a:spcBef>
                <a:spcPct val="0"/>
              </a:spcBef>
              <a:buFontTx/>
              <a:buNone/>
            </a:pPr>
            <a:r>
              <a:rPr lang="es-VE" altLang="es-VE" sz="17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{{ciudad_fecha}}</a:t>
            </a:r>
            <a:endParaRPr lang="es-VE" altLang="es-VE" sz="1700" i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0" name="49 CuadroTexto"/>
          <p:cNvSpPr txBox="1"/>
          <p:nvPr/>
        </p:nvSpPr>
        <p:spPr>
          <a:xfrm>
            <a:off x="10656985" y="5076329"/>
            <a:ext cx="1356991" cy="5134992"/>
          </a:xfrm>
          <a:prstGeom prst="rect">
            <a:avLst/>
          </a:prstGeom>
          <a:noFill/>
        </p:spPr>
        <p:txBody>
          <a:bodyPr vert="wordArtVert" wrap="square" lIns="79288" tIns="39644" rIns="79288" bIns="39644">
            <a:spAutoFit/>
          </a:bodyPr>
          <a:lstStyle/>
          <a:p>
            <a:pPr marR="0" algn="dist" defTabSz="1443990">
              <a:buClrTx/>
              <a:buSzTx/>
              <a:buFontTx/>
              <a:buNone/>
              <a:defRPr/>
            </a:pPr>
            <a:r>
              <a:rPr kumimoji="0" lang="ja-JP" altLang="es-VE" sz="8000" kern="1200" cap="none" spc="0" normalizeH="0" baseline="0" noProof="0" dirty="0" smtClean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二</a:t>
            </a:r>
            <a:r>
              <a:rPr kumimoji="0" lang="ja-JP" altLang="es-VE" sz="8000" kern="1200" cap="none" spc="0" normalizeH="0" baseline="0" noProof="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允許ス</a:t>
            </a:r>
            <a:endParaRPr kumimoji="0" lang="es-VE" altLang="es-VE" sz="8000" kern="1200" cap="none" spc="0" normalizeH="0" baseline="0" noProof="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32" name="31 Rectángulo"/>
          <p:cNvSpPr/>
          <p:nvPr/>
        </p:nvSpPr>
        <p:spPr>
          <a:xfrm>
            <a:off x="15121482" y="2708256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第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33" name="32 Rectángulo"/>
          <p:cNvSpPr/>
          <p:nvPr/>
        </p:nvSpPr>
        <p:spPr>
          <a:xfrm>
            <a:off x="15125896" y="4554270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号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131</Words>
  <Application>Microsoft Office PowerPoint</Application>
  <PresentationFormat>Personalizado</PresentationFormat>
  <Paragraphs>29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César Velásquez</dc:creator>
  <cp:lastModifiedBy>CD y JM</cp:lastModifiedBy>
  <cp:revision>292</cp:revision>
  <cp:lastPrinted>2025-12-13T02:54:15Z</cp:lastPrinted>
  <dcterms:created xsi:type="dcterms:W3CDTF">2009-07-25T14:43:43Z</dcterms:created>
  <dcterms:modified xsi:type="dcterms:W3CDTF">2026-02-28T17:50:52Z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5D48E126EEEA48A8909ECA442ACE026F_12</vt:lpwstr>
  </property>
  <property fmtid="{D5CDD505-2E9C-101B-9397-08002B2CF9AE}" pid="3" name="KSOProductBuildVer">
    <vt:lpwstr>2058-12.2.0.23196</vt:lpwstr>
  </property>
</Properties>
</file>