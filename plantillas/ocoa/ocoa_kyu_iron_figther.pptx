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26" y="-126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E22E9-1F35-4F84-BB38-41689303DCFD}" type="datetimeFigureOut">
              <a:rPr lang="es-VE" smtClean="0"/>
              <a:t>7/3/2026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685800"/>
            <a:ext cx="4984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F8E48-072F-404E-B474-4255F76E5E9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8298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VE" altLang="es-VE" smtClean="0"/>
          </a:p>
        </p:txBody>
      </p:sp>
      <p:sp>
        <p:nvSpPr>
          <p:cNvPr id="2765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E94525C-F0A3-4E6B-9B78-778B64254C2C}" type="slidenum">
              <a:rPr lang="es-VE" altLang="es-VE"/>
              <a:pPr/>
              <a:t>1</a:t>
            </a:fld>
            <a:endParaRPr lang="es-VE" altLang="es-V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70790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3 Imagen" descr="marc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5370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15372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5374" name="78 CuadroTexto"/>
          <p:cNvSpPr txBox="1">
            <a:spLocks noChangeArrowheads="1"/>
          </p:cNvSpPr>
          <p:nvPr/>
        </p:nvSpPr>
        <p:spPr bwMode="auto">
          <a:xfrm>
            <a:off x="1871663" y="3484563"/>
            <a:ext cx="619283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ccoladeLH" pitchFamily="2" charset="0"/>
              </a:rPr>
              <a:t>Afiliada a la Federación Venezolana de Karate Do</a:t>
            </a:r>
          </a:p>
        </p:txBody>
      </p:sp>
      <p:pic>
        <p:nvPicPr>
          <p:cNvPr id="15375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446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7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3" t="29633" r="20988" b="16600"/>
          <a:stretch>
            <a:fillRect/>
          </a:stretch>
        </p:blipFill>
        <p:spPr bwMode="auto">
          <a:xfrm>
            <a:off x="18303875" y="7232650"/>
            <a:ext cx="4222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8" name="88 CuadroTexto"/>
          <p:cNvSpPr txBox="1">
            <a:spLocks noChangeArrowheads="1"/>
          </p:cNvSpPr>
          <p:nvPr/>
        </p:nvSpPr>
        <p:spPr bwMode="auto">
          <a:xfrm>
            <a:off x="17889538" y="5626100"/>
            <a:ext cx="65246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s-VE" sz="32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ウ</a:t>
            </a:r>
            <a:endParaRPr lang="es-VE" altLang="ja-JP" sz="32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5379" name="6 Rectángulo"/>
          <p:cNvSpPr>
            <a:spLocks noChangeArrowheads="1"/>
          </p:cNvSpPr>
          <p:nvPr/>
        </p:nvSpPr>
        <p:spPr bwMode="auto">
          <a:xfrm>
            <a:off x="1385888" y="9894888"/>
            <a:ext cx="21748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</a:t>
            </a:r>
          </a:p>
        </p:txBody>
      </p:sp>
      <p:sp>
        <p:nvSpPr>
          <p:cNvPr id="15380" name="4 Rectángulo"/>
          <p:cNvSpPr>
            <a:spLocks noChangeArrowheads="1"/>
          </p:cNvSpPr>
          <p:nvPr/>
        </p:nvSpPr>
        <p:spPr bwMode="auto">
          <a:xfrm>
            <a:off x="1295400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15381" name="6 Rectángulo"/>
          <p:cNvSpPr>
            <a:spLocks noChangeArrowheads="1"/>
          </p:cNvSpPr>
          <p:nvPr/>
        </p:nvSpPr>
        <p:spPr bwMode="auto">
          <a:xfrm>
            <a:off x="5832475" y="9894888"/>
            <a:ext cx="32432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Dojo Iron Fighter</a:t>
            </a:r>
          </a:p>
        </p:txBody>
      </p:sp>
      <p:cxnSp>
        <p:nvCxnSpPr>
          <p:cNvPr id="47" name="46 Conector recto"/>
          <p:cNvCxnSpPr/>
          <p:nvPr/>
        </p:nvCxnSpPr>
        <p:spPr>
          <a:xfrm>
            <a:off x="6373813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3" name="4 Rectángulo"/>
          <p:cNvSpPr>
            <a:spLocks noChangeArrowheads="1"/>
          </p:cNvSpPr>
          <p:nvPr/>
        </p:nvSpPr>
        <p:spPr bwMode="auto">
          <a:xfrm>
            <a:off x="6272213" y="9732963"/>
            <a:ext cx="23558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Jofrens Gutiérrez</a:t>
            </a:r>
            <a:endParaRPr lang="es-VE" altLang="es-VE" sz="1400" b="1">
              <a:solidFill>
                <a:srgbClr val="000000"/>
              </a:solidFill>
              <a:latin typeface="Andalus" pitchFamily="18" charset="-78"/>
              <a:ea typeface="ＭＳ Ｐゴシック" pitchFamily="34" charset="-128"/>
              <a:cs typeface="Andalus" pitchFamily="18" charset="-78"/>
            </a:endParaRPr>
          </a:p>
        </p:txBody>
      </p:sp>
      <p:sp>
        <p:nvSpPr>
          <p:cNvPr id="15384" name="6 Rectángulo"/>
          <p:cNvSpPr>
            <a:spLocks noChangeArrowheads="1"/>
          </p:cNvSpPr>
          <p:nvPr/>
        </p:nvSpPr>
        <p:spPr bwMode="auto">
          <a:xfrm>
            <a:off x="3763963" y="9894888"/>
            <a:ext cx="23558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Dojo Iron Fighter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</a:t>
            </a:r>
          </a:p>
        </p:txBody>
      </p:sp>
      <p:cxnSp>
        <p:nvCxnSpPr>
          <p:cNvPr id="32" name="31 Conector recto"/>
          <p:cNvCxnSpPr/>
          <p:nvPr/>
        </p:nvCxnSpPr>
        <p:spPr>
          <a:xfrm>
            <a:off x="3862388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6" name="4 Rectángulo"/>
          <p:cNvSpPr>
            <a:spLocks noChangeArrowheads="1"/>
          </p:cNvSpPr>
          <p:nvPr/>
        </p:nvSpPr>
        <p:spPr bwMode="auto">
          <a:xfrm>
            <a:off x="3763963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Paulo Puleo</a:t>
            </a:r>
          </a:p>
        </p:txBody>
      </p:sp>
      <p:pic>
        <p:nvPicPr>
          <p:cNvPr id="15387" name="Picture 2" descr="C:\Users\User\Downloads\Firma Orlando Co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8063" y="7464425"/>
            <a:ext cx="107315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8" name="Picture 5" descr="J:\Karate\KOKUSAI SHITO RYU OCOA\Firma Orlando Coa.jp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8893175"/>
            <a:ext cx="191293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9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2968625" y="8027988"/>
            <a:ext cx="1366838" cy="123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4" name="33 Conector recto"/>
          <p:cNvCxnSpPr/>
          <p:nvPr/>
        </p:nvCxnSpPr>
        <p:spPr>
          <a:xfrm>
            <a:off x="1393825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8126413" y="9972675"/>
            <a:ext cx="50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20 CuadroTexto"/>
          <p:cNvSpPr txBox="1">
            <a:spLocks noChangeArrowheads="1"/>
          </p:cNvSpPr>
          <p:nvPr/>
        </p:nvSpPr>
        <p:spPr bwMode="auto">
          <a:xfrm>
            <a:off x="1027113" y="7431088"/>
            <a:ext cx="7545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{{grado_español}}</a:t>
            </a:r>
            <a:endParaRPr lang="es-VE" altLang="es-VE" sz="3200" i="1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39" name="74 Rectángulo"/>
          <p:cNvSpPr>
            <a:spLocks noChangeArrowheads="1"/>
          </p:cNvSpPr>
          <p:nvPr/>
        </p:nvSpPr>
        <p:spPr bwMode="auto">
          <a:xfrm>
            <a:off x="5883275" y="8362950"/>
            <a:ext cx="29511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40" name="74 Rectángulo"/>
          <p:cNvSpPr>
            <a:spLocks noChangeArrowheads="1"/>
          </p:cNvSpPr>
          <p:nvPr/>
        </p:nvSpPr>
        <p:spPr bwMode="auto">
          <a:xfrm>
            <a:off x="5878513" y="8101013"/>
            <a:ext cx="295116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42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44" name="43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45" name="88 CuadroTexto"/>
          <p:cNvSpPr txBox="1">
            <a:spLocks noChangeArrowheads="1"/>
          </p:cNvSpPr>
          <p:nvPr/>
        </p:nvSpPr>
        <p:spPr bwMode="auto">
          <a:xfrm>
            <a:off x="13249275" y="2052638"/>
            <a:ext cx="990600" cy="886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54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{{nombre_katakana}}</a:t>
            </a:r>
            <a:endParaRPr lang="es-VE" altLang="ja-JP" sz="54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6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{{fecha_japonesa}}</a:t>
            </a:r>
            <a:endParaRPr lang="es-VE" altLang="es-VE" sz="28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8" name="47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51" name="1 Rectángulo"/>
          <p:cNvSpPr>
            <a:spLocks noChangeArrowheads="1"/>
          </p:cNvSpPr>
          <p:nvPr/>
        </p:nvSpPr>
        <p:spPr bwMode="auto">
          <a:xfrm>
            <a:off x="1125538" y="4924425"/>
            <a:ext cx="75453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6000" b="1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{{Nombre_Alumno}}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52" name="51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53" name="52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54" name="53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73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128</Words>
  <Application>Microsoft Office PowerPoint</Application>
  <PresentationFormat>Personalizado</PresentationFormat>
  <Paragraphs>29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292</cp:revision>
  <cp:lastPrinted>2025-12-13T02:54:15Z</cp:lastPrinted>
  <dcterms:created xsi:type="dcterms:W3CDTF">2009-07-25T14:43:43Z</dcterms:created>
  <dcterms:modified xsi:type="dcterms:W3CDTF">2026-03-07T16:47:46Z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