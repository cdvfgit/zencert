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D5B5-0A06-4D42-AE70-2B771CF5B2BD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D2E97-3684-47FD-9A8C-3F116F591DF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7945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VE" altLang="es-VE" smtClean="0"/>
          </a:p>
        </p:txBody>
      </p:sp>
      <p:sp>
        <p:nvSpPr>
          <p:cNvPr id="2867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5B37107-2A98-463F-80B4-D08B3FF66104}" type="slidenum">
              <a:rPr lang="es-VE" altLang="es-VE"/>
              <a:pPr/>
              <a:t>1</a:t>
            </a:fld>
            <a:endParaRPr lang="es-VE" altLang="es-V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32272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6391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16392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6394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16395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3681075" y="8388350"/>
            <a:ext cx="422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7" name="88 CuadroTexto"/>
          <p:cNvSpPr txBox="1">
            <a:spLocks noChangeArrowheads="1"/>
          </p:cNvSpPr>
          <p:nvPr/>
        </p:nvSpPr>
        <p:spPr bwMode="auto">
          <a:xfrm>
            <a:off x="17889538" y="5626100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6398" name="6 Rectángulo"/>
          <p:cNvSpPr>
            <a:spLocks noChangeArrowheads="1"/>
          </p:cNvSpPr>
          <p:nvPr/>
        </p:nvSpPr>
        <p:spPr bwMode="auto">
          <a:xfrm>
            <a:off x="1385888" y="9894888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sp>
        <p:nvSpPr>
          <p:cNvPr id="16399" name="4 Rectángulo"/>
          <p:cNvSpPr>
            <a:spLocks noChangeArrowheads="1"/>
          </p:cNvSpPr>
          <p:nvPr/>
        </p:nvSpPr>
        <p:spPr bwMode="auto">
          <a:xfrm>
            <a:off x="1295400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16400" name="6 Rectángulo"/>
          <p:cNvSpPr>
            <a:spLocks noChangeArrowheads="1"/>
          </p:cNvSpPr>
          <p:nvPr/>
        </p:nvSpPr>
        <p:spPr bwMode="auto">
          <a:xfrm>
            <a:off x="5832475" y="9894888"/>
            <a:ext cx="32432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                                                           Dojo Nido de Campeones</a:t>
            </a:r>
          </a:p>
        </p:txBody>
      </p:sp>
      <p:cxnSp>
        <p:nvCxnSpPr>
          <p:cNvPr id="47" name="46 Conector recto"/>
          <p:cNvCxnSpPr/>
          <p:nvPr/>
        </p:nvCxnSpPr>
        <p:spPr>
          <a:xfrm>
            <a:off x="6373813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2" name="4 Rectángulo"/>
          <p:cNvSpPr>
            <a:spLocks noChangeArrowheads="1"/>
          </p:cNvSpPr>
          <p:nvPr/>
        </p:nvSpPr>
        <p:spPr bwMode="auto">
          <a:xfrm>
            <a:off x="6272213" y="9732963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Jofrens Gutiérrez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16403" name="6 Rectángulo"/>
          <p:cNvSpPr>
            <a:spLocks noChangeArrowheads="1"/>
          </p:cNvSpPr>
          <p:nvPr/>
        </p:nvSpPr>
        <p:spPr bwMode="auto">
          <a:xfrm>
            <a:off x="3763963" y="9894888"/>
            <a:ext cx="235585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                                       Dojo Nido de Campeones</a:t>
            </a:r>
          </a:p>
        </p:txBody>
      </p:sp>
      <p:cxnSp>
        <p:nvCxnSpPr>
          <p:cNvPr id="32" name="31 Conector recto"/>
          <p:cNvCxnSpPr/>
          <p:nvPr/>
        </p:nvCxnSpPr>
        <p:spPr>
          <a:xfrm>
            <a:off x="3862388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5" name="4 Rectángulo"/>
          <p:cNvSpPr>
            <a:spLocks noChangeArrowheads="1"/>
          </p:cNvSpPr>
          <p:nvPr/>
        </p:nvSpPr>
        <p:spPr bwMode="auto">
          <a:xfrm>
            <a:off x="3763963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Paulo Puleo</a:t>
            </a:r>
          </a:p>
        </p:txBody>
      </p:sp>
      <p:pic>
        <p:nvPicPr>
          <p:cNvPr id="16406" name="Picture 2" descr="C:\Users\User\Downloads\Firma Orlando Co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8063" y="7464425"/>
            <a:ext cx="10731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7" name="Picture 5" descr="J:\Karate\KOKUSAI SHITO RYU OCOA\Firma Orlando Coa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8893175"/>
            <a:ext cx="191293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8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2968625" y="8027988"/>
            <a:ext cx="1366838" cy="123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" name="33 Conector recto"/>
          <p:cNvCxnSpPr/>
          <p:nvPr/>
        </p:nvCxnSpPr>
        <p:spPr>
          <a:xfrm>
            <a:off x="1393825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8126413" y="9972675"/>
            <a:ext cx="50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11" name="1 Rectángulo"/>
          <p:cNvSpPr>
            <a:spLocks noChangeArrowheads="1"/>
          </p:cNvSpPr>
          <p:nvPr/>
        </p:nvSpPr>
        <p:spPr bwMode="auto">
          <a:xfrm>
            <a:off x="1816100" y="5694363"/>
            <a:ext cx="6176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2400">
                <a:solidFill>
                  <a:srgbClr val="000000"/>
                </a:solidFill>
                <a:latin typeface="Acanthus Black SSi" pitchFamily="18" charset="0"/>
                <a:cs typeface="Times New Roman" pitchFamily="18" charset="0"/>
              </a:rPr>
              <a:t>{{cedula}}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16412" name="1 Rectángulo"/>
          <p:cNvSpPr>
            <a:spLocks noChangeArrowheads="1"/>
          </p:cNvSpPr>
          <p:nvPr/>
        </p:nvSpPr>
        <p:spPr bwMode="auto">
          <a:xfrm>
            <a:off x="1152525" y="4772025"/>
            <a:ext cx="7545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MX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39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4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6415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16416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16417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46" name="45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16420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6421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3" name="42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4" name="43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47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132</Words>
  <Application>Microsoft Office PowerPoint</Application>
  <PresentationFormat>Personalizado</PresentationFormat>
  <Paragraphs>29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