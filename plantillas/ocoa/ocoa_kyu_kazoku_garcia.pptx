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3C9AE-FD84-4635-8BD4-F850F7A2216A}" type="datetimeFigureOut">
              <a:rPr lang="es-VE" smtClean="0"/>
              <a:t>7/3/2026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36625" y="685800"/>
            <a:ext cx="4984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C2E60-FF29-47CA-B80A-5B1ADD19EEB0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799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2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VE" altLang="es-VE" smtClean="0"/>
          </a:p>
        </p:txBody>
      </p:sp>
      <p:sp>
        <p:nvSpPr>
          <p:cNvPr id="26628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844865E-290D-422E-A24E-7825DC0ADF56}" type="slidenum">
              <a:rPr lang="es-VE" altLang="es-VE"/>
              <a:pPr/>
              <a:t>1</a:t>
            </a:fld>
            <a:endParaRPr lang="es-VE" altLang="es-V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99430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3 Imagen" descr="marc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4343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14344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4346" name="78 CuadroTexto"/>
          <p:cNvSpPr txBox="1">
            <a:spLocks noChangeArrowheads="1"/>
          </p:cNvSpPr>
          <p:nvPr/>
        </p:nvSpPr>
        <p:spPr bwMode="auto">
          <a:xfrm>
            <a:off x="1871663" y="3484563"/>
            <a:ext cx="619283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ccoladeLH" pitchFamily="2" charset="0"/>
              </a:rPr>
              <a:t>Afiliada a la Federación Venezolana de Karate Do</a:t>
            </a:r>
          </a:p>
        </p:txBody>
      </p:sp>
      <p:pic>
        <p:nvPicPr>
          <p:cNvPr id="14347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44688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3" t="29633" r="20988" b="16600"/>
          <a:stretch>
            <a:fillRect/>
          </a:stretch>
        </p:blipFill>
        <p:spPr bwMode="auto">
          <a:xfrm>
            <a:off x="17510125" y="7402513"/>
            <a:ext cx="42227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9" name="88 CuadroTexto"/>
          <p:cNvSpPr txBox="1">
            <a:spLocks noChangeArrowheads="1"/>
          </p:cNvSpPr>
          <p:nvPr/>
        </p:nvSpPr>
        <p:spPr bwMode="auto">
          <a:xfrm>
            <a:off x="17889538" y="5626100"/>
            <a:ext cx="652462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s-VE" sz="32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ウ</a:t>
            </a:r>
            <a:endParaRPr lang="es-VE" altLang="ja-JP" sz="32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4350" name="6 Rectángulo"/>
          <p:cNvSpPr>
            <a:spLocks noChangeArrowheads="1"/>
          </p:cNvSpPr>
          <p:nvPr/>
        </p:nvSpPr>
        <p:spPr bwMode="auto">
          <a:xfrm>
            <a:off x="1385888" y="9894888"/>
            <a:ext cx="21748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</a:t>
            </a:r>
          </a:p>
        </p:txBody>
      </p:sp>
      <p:sp>
        <p:nvSpPr>
          <p:cNvPr id="14351" name="4 Rectángulo"/>
          <p:cNvSpPr>
            <a:spLocks noChangeArrowheads="1"/>
          </p:cNvSpPr>
          <p:nvPr/>
        </p:nvSpPr>
        <p:spPr bwMode="auto">
          <a:xfrm>
            <a:off x="1295400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14352" name="6 Rectángulo"/>
          <p:cNvSpPr>
            <a:spLocks noChangeArrowheads="1"/>
          </p:cNvSpPr>
          <p:nvPr/>
        </p:nvSpPr>
        <p:spPr bwMode="auto">
          <a:xfrm>
            <a:off x="5832475" y="9894888"/>
            <a:ext cx="324326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Dojo Kazoku García</a:t>
            </a:r>
          </a:p>
        </p:txBody>
      </p:sp>
      <p:cxnSp>
        <p:nvCxnSpPr>
          <p:cNvPr id="47" name="46 Conector recto"/>
          <p:cNvCxnSpPr/>
          <p:nvPr/>
        </p:nvCxnSpPr>
        <p:spPr>
          <a:xfrm>
            <a:off x="6373813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4" name="4 Rectángulo"/>
          <p:cNvSpPr>
            <a:spLocks noChangeArrowheads="1"/>
          </p:cNvSpPr>
          <p:nvPr/>
        </p:nvSpPr>
        <p:spPr bwMode="auto">
          <a:xfrm>
            <a:off x="6275388" y="9732963"/>
            <a:ext cx="23558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Argelis García</a:t>
            </a:r>
            <a:endParaRPr lang="es-VE" altLang="es-VE" sz="1400" b="1">
              <a:solidFill>
                <a:srgbClr val="000000"/>
              </a:solidFill>
              <a:latin typeface="Andalus" pitchFamily="18" charset="-78"/>
              <a:ea typeface="ＭＳ Ｐゴシック" pitchFamily="34" charset="-128"/>
              <a:cs typeface="Andalus" pitchFamily="18" charset="-78"/>
            </a:endParaRPr>
          </a:p>
        </p:txBody>
      </p:sp>
      <p:sp>
        <p:nvSpPr>
          <p:cNvPr id="14355" name="6 Rectángulo"/>
          <p:cNvSpPr>
            <a:spLocks noChangeArrowheads="1"/>
          </p:cNvSpPr>
          <p:nvPr/>
        </p:nvSpPr>
        <p:spPr bwMode="auto">
          <a:xfrm>
            <a:off x="3854450" y="9894888"/>
            <a:ext cx="2174875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Vice presidente de Organización Kokusai Shito Ryu Karate Do Ocoa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 </a:t>
            </a:r>
          </a:p>
        </p:txBody>
      </p:sp>
      <p:cxnSp>
        <p:nvCxnSpPr>
          <p:cNvPr id="32" name="31 Conector recto"/>
          <p:cNvCxnSpPr/>
          <p:nvPr/>
        </p:nvCxnSpPr>
        <p:spPr>
          <a:xfrm>
            <a:off x="3862388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57" name="4 Rectángulo"/>
          <p:cNvSpPr>
            <a:spLocks noChangeArrowheads="1"/>
          </p:cNvSpPr>
          <p:nvPr/>
        </p:nvSpPr>
        <p:spPr bwMode="auto">
          <a:xfrm>
            <a:off x="3763963" y="9731375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Nazareth Tescari</a:t>
            </a:r>
          </a:p>
        </p:txBody>
      </p:sp>
      <p:pic>
        <p:nvPicPr>
          <p:cNvPr id="14358" name="Picture 2" descr="C:\Users\User\Downloads\Firma Orlando Coa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48063" y="7464425"/>
            <a:ext cx="1073150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9" name="Picture 5" descr="J:\Karate\KOKUSAI SHITO RYU OCOA\Firma Orlando Coa.jpg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8893175"/>
            <a:ext cx="1912937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0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2968625" y="8027988"/>
            <a:ext cx="1366838" cy="1236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4" name="33 Conector recto"/>
          <p:cNvCxnSpPr/>
          <p:nvPr/>
        </p:nvCxnSpPr>
        <p:spPr>
          <a:xfrm>
            <a:off x="1393825" y="9710738"/>
            <a:ext cx="2159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62" name="1 Rectángulo"/>
          <p:cNvSpPr>
            <a:spLocks noChangeArrowheads="1"/>
          </p:cNvSpPr>
          <p:nvPr/>
        </p:nvSpPr>
        <p:spPr bwMode="auto">
          <a:xfrm>
            <a:off x="1816100" y="5694363"/>
            <a:ext cx="6176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VE" altLang="es-VE" sz="2400" dirty="0">
                <a:solidFill>
                  <a:srgbClr val="000000"/>
                </a:solidFill>
                <a:latin typeface="Acanthus Black SSi" pitchFamily="18" charset="0"/>
                <a:cs typeface="Times New Roman" pitchFamily="18" charset="0"/>
              </a:rPr>
              <a:t>{{cedula}}</a:t>
            </a:r>
            <a:endParaRPr lang="es-VE" altLang="es-VE" sz="1200" dirty="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14363" name="1 Rectángulo"/>
          <p:cNvSpPr>
            <a:spLocks noChangeArrowheads="1"/>
          </p:cNvSpPr>
          <p:nvPr/>
        </p:nvSpPr>
        <p:spPr bwMode="auto">
          <a:xfrm>
            <a:off x="1152525" y="4772025"/>
            <a:ext cx="75453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r>
              <a:rPr lang="es-MX" altLang="es-VE" sz="6000" b="1" dirty="0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{{</a:t>
            </a:r>
            <a:r>
              <a:rPr lang="es-MX" altLang="es-VE" sz="6000" b="1" dirty="0" err="1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Nombre_Alumno</a:t>
            </a:r>
            <a:r>
              <a:rPr lang="es-MX" altLang="es-VE" sz="6000" b="1" dirty="0">
                <a:solidFill>
                  <a:srgbClr val="000000"/>
                </a:solidFill>
                <a:latin typeface="Elegans Script SSi" pitchFamily="18" charset="0"/>
                <a:cs typeface="Times New Roman" pitchFamily="18" charset="0"/>
              </a:rPr>
              <a:t>}}</a:t>
            </a:r>
            <a:endParaRPr lang="es-VE" altLang="es-VE" sz="1200" dirty="0">
              <a:solidFill>
                <a:srgbClr val="000000"/>
              </a:solidFill>
              <a:latin typeface="Acanthus Black SSi" pitchFamily="18" charset="0"/>
            </a:endParaRPr>
          </a:p>
        </p:txBody>
      </p:sp>
      <p:sp>
        <p:nvSpPr>
          <p:cNvPr id="38" name="20 CuadroTexto"/>
          <p:cNvSpPr txBox="1">
            <a:spLocks noChangeArrowheads="1"/>
          </p:cNvSpPr>
          <p:nvPr/>
        </p:nvSpPr>
        <p:spPr bwMode="auto">
          <a:xfrm>
            <a:off x="1125538" y="6156325"/>
            <a:ext cx="7545387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65" name="20 CuadroTexto"/>
          <p:cNvSpPr txBox="1">
            <a:spLocks noChangeArrowheads="1"/>
          </p:cNvSpPr>
          <p:nvPr/>
        </p:nvSpPr>
        <p:spPr bwMode="auto">
          <a:xfrm>
            <a:off x="1027113" y="7431088"/>
            <a:ext cx="7545387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</a:t>
            </a:r>
            <a:r>
              <a:rPr lang="es-VE" altLang="es-VE" sz="3200" b="1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grado_español</a:t>
            </a:r>
            <a:r>
              <a:rPr lang="es-VE" altLang="es-VE" sz="32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}}</a:t>
            </a:r>
            <a:endParaRPr lang="es-VE" altLang="es-VE" sz="3200" i="1" dirty="0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14366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14367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14368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45" name="44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14371" name="88 CuadroTexto"/>
          <p:cNvSpPr txBox="1">
            <a:spLocks noChangeArrowheads="1"/>
          </p:cNvSpPr>
          <p:nvPr/>
        </p:nvSpPr>
        <p:spPr bwMode="auto">
          <a:xfrm>
            <a:off x="13249275" y="2052638"/>
            <a:ext cx="990600" cy="886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54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5400" dirty="0" err="1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nombre_katakana</a:t>
            </a:r>
            <a:r>
              <a:rPr lang="es-MX" altLang="ja-JP" sz="54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ja-JP" sz="54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14372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</a:t>
            </a:r>
            <a:r>
              <a:rPr lang="es-MX" altLang="ja-JP" sz="2800" dirty="0" err="1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fecha_japonesa</a:t>
            </a:r>
            <a:r>
              <a:rPr lang="es-MX" altLang="ja-JP" sz="2800" dirty="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}}</a:t>
            </a:r>
            <a:endParaRPr lang="es-VE" altLang="es-VE" sz="2800" dirty="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9" name="48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40" name="39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43" name="42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57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137</Words>
  <Application>Microsoft Office PowerPoint</Application>
  <PresentationFormat>Personalizado</PresentationFormat>
  <Paragraphs>30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