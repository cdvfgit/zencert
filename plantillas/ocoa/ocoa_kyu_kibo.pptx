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17281525" cy="11880850"/>
  <p:notesSz cx="6858000" cy="9144000"/>
  <p:defaultTextStyle>
    <a:defPPr>
      <a:defRPr lang="es-VE"/>
    </a:defPPr>
    <a:lvl1pPr marL="0" algn="l" defTabSz="1666403" rtl="0" eaLnBrk="1" latinLnBrk="0" hangingPunct="1">
      <a:defRPr sz="3300" kern="1200">
        <a:solidFill>
          <a:schemeClr val="tx1"/>
        </a:solidFill>
        <a:latin typeface="+mn-lt"/>
        <a:ea typeface="+mn-ea"/>
        <a:cs typeface="+mn-cs"/>
      </a:defRPr>
    </a:lvl1pPr>
    <a:lvl2pPr marL="833201" algn="l" defTabSz="1666403" rtl="0" eaLnBrk="1" latinLnBrk="0" hangingPunct="1">
      <a:defRPr sz="3300" kern="1200">
        <a:solidFill>
          <a:schemeClr val="tx1"/>
        </a:solidFill>
        <a:latin typeface="+mn-lt"/>
        <a:ea typeface="+mn-ea"/>
        <a:cs typeface="+mn-cs"/>
      </a:defRPr>
    </a:lvl2pPr>
    <a:lvl3pPr marL="1666403" algn="l" defTabSz="1666403" rtl="0" eaLnBrk="1" latinLnBrk="0" hangingPunct="1">
      <a:defRPr sz="3300" kern="1200">
        <a:solidFill>
          <a:schemeClr val="tx1"/>
        </a:solidFill>
        <a:latin typeface="+mn-lt"/>
        <a:ea typeface="+mn-ea"/>
        <a:cs typeface="+mn-cs"/>
      </a:defRPr>
    </a:lvl3pPr>
    <a:lvl4pPr marL="2499604" algn="l" defTabSz="1666403" rtl="0" eaLnBrk="1" latinLnBrk="0" hangingPunct="1">
      <a:defRPr sz="3300" kern="1200">
        <a:solidFill>
          <a:schemeClr val="tx1"/>
        </a:solidFill>
        <a:latin typeface="+mn-lt"/>
        <a:ea typeface="+mn-ea"/>
        <a:cs typeface="+mn-cs"/>
      </a:defRPr>
    </a:lvl4pPr>
    <a:lvl5pPr marL="3332805" algn="l" defTabSz="1666403" rtl="0" eaLnBrk="1" latinLnBrk="0" hangingPunct="1">
      <a:defRPr sz="3300" kern="1200">
        <a:solidFill>
          <a:schemeClr val="tx1"/>
        </a:solidFill>
        <a:latin typeface="+mn-lt"/>
        <a:ea typeface="+mn-ea"/>
        <a:cs typeface="+mn-cs"/>
      </a:defRPr>
    </a:lvl5pPr>
    <a:lvl6pPr marL="4166006" algn="l" defTabSz="1666403" rtl="0" eaLnBrk="1" latinLnBrk="0" hangingPunct="1">
      <a:defRPr sz="3300" kern="1200">
        <a:solidFill>
          <a:schemeClr val="tx1"/>
        </a:solidFill>
        <a:latin typeface="+mn-lt"/>
        <a:ea typeface="+mn-ea"/>
        <a:cs typeface="+mn-cs"/>
      </a:defRPr>
    </a:lvl6pPr>
    <a:lvl7pPr marL="4999208" algn="l" defTabSz="1666403" rtl="0" eaLnBrk="1" latinLnBrk="0" hangingPunct="1">
      <a:defRPr sz="3300" kern="1200">
        <a:solidFill>
          <a:schemeClr val="tx1"/>
        </a:solidFill>
        <a:latin typeface="+mn-lt"/>
        <a:ea typeface="+mn-ea"/>
        <a:cs typeface="+mn-cs"/>
      </a:defRPr>
    </a:lvl7pPr>
    <a:lvl8pPr marL="5832409" algn="l" defTabSz="1666403" rtl="0" eaLnBrk="1" latinLnBrk="0" hangingPunct="1">
      <a:defRPr sz="3300" kern="1200">
        <a:solidFill>
          <a:schemeClr val="tx1"/>
        </a:solidFill>
        <a:latin typeface="+mn-lt"/>
        <a:ea typeface="+mn-ea"/>
        <a:cs typeface="+mn-cs"/>
      </a:defRPr>
    </a:lvl8pPr>
    <a:lvl9pPr marL="6665610" algn="l" defTabSz="1666403" rtl="0" eaLnBrk="1" latinLnBrk="0" hangingPunct="1">
      <a:defRPr sz="33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5" d="100"/>
          <a:sy n="65" d="100"/>
        </p:scale>
        <p:origin x="-1326" y="-126"/>
      </p:cViewPr>
      <p:guideLst>
        <p:guide orient="horz" pos="3742"/>
        <p:guide pos="5443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VE"/>
          </a:p>
        </p:txBody>
      </p:sp>
      <p:sp>
        <p:nvSpPr>
          <p:cNvPr id="3" name="2 Marcador de fecha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E9CBC37-A27D-4C63-A537-53EDECA46D46}" type="datetimeFigureOut">
              <a:rPr lang="es-VE" smtClean="0"/>
              <a:t>7/3/2026</a:t>
            </a:fld>
            <a:endParaRPr lang="es-VE"/>
          </a:p>
        </p:txBody>
      </p:sp>
      <p:sp>
        <p:nvSpPr>
          <p:cNvPr id="4" name="3 Marcador de 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936625" y="685800"/>
            <a:ext cx="4984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VE"/>
          </a:p>
        </p:txBody>
      </p:sp>
      <p:sp>
        <p:nvSpPr>
          <p:cNvPr id="5" name="4 Marcador de notas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VE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VE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C362B86-5213-49A4-ACBF-360220DE5A7F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295559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666403" rtl="0" eaLnBrk="1" latinLnBrk="0" hangingPunct="1">
      <a:defRPr sz="2200" kern="1200">
        <a:solidFill>
          <a:schemeClr val="tx1"/>
        </a:solidFill>
        <a:latin typeface="+mn-lt"/>
        <a:ea typeface="+mn-ea"/>
        <a:cs typeface="+mn-cs"/>
      </a:defRPr>
    </a:lvl1pPr>
    <a:lvl2pPr marL="833201" algn="l" defTabSz="1666403" rtl="0" eaLnBrk="1" latinLnBrk="0" hangingPunct="1">
      <a:defRPr sz="2200" kern="1200">
        <a:solidFill>
          <a:schemeClr val="tx1"/>
        </a:solidFill>
        <a:latin typeface="+mn-lt"/>
        <a:ea typeface="+mn-ea"/>
        <a:cs typeface="+mn-cs"/>
      </a:defRPr>
    </a:lvl2pPr>
    <a:lvl3pPr marL="1666403" algn="l" defTabSz="1666403" rtl="0" eaLnBrk="1" latinLnBrk="0" hangingPunct="1">
      <a:defRPr sz="2200" kern="1200">
        <a:solidFill>
          <a:schemeClr val="tx1"/>
        </a:solidFill>
        <a:latin typeface="+mn-lt"/>
        <a:ea typeface="+mn-ea"/>
        <a:cs typeface="+mn-cs"/>
      </a:defRPr>
    </a:lvl3pPr>
    <a:lvl4pPr marL="2499604" algn="l" defTabSz="1666403" rtl="0" eaLnBrk="1" latinLnBrk="0" hangingPunct="1">
      <a:defRPr sz="2200" kern="1200">
        <a:solidFill>
          <a:schemeClr val="tx1"/>
        </a:solidFill>
        <a:latin typeface="+mn-lt"/>
        <a:ea typeface="+mn-ea"/>
        <a:cs typeface="+mn-cs"/>
      </a:defRPr>
    </a:lvl4pPr>
    <a:lvl5pPr marL="3332805" algn="l" defTabSz="1666403" rtl="0" eaLnBrk="1" latinLnBrk="0" hangingPunct="1">
      <a:defRPr sz="2200" kern="1200">
        <a:solidFill>
          <a:schemeClr val="tx1"/>
        </a:solidFill>
        <a:latin typeface="+mn-lt"/>
        <a:ea typeface="+mn-ea"/>
        <a:cs typeface="+mn-cs"/>
      </a:defRPr>
    </a:lvl5pPr>
    <a:lvl6pPr marL="4166006" algn="l" defTabSz="1666403" rtl="0" eaLnBrk="1" latinLnBrk="0" hangingPunct="1">
      <a:defRPr sz="2200" kern="1200">
        <a:solidFill>
          <a:schemeClr val="tx1"/>
        </a:solidFill>
        <a:latin typeface="+mn-lt"/>
        <a:ea typeface="+mn-ea"/>
        <a:cs typeface="+mn-cs"/>
      </a:defRPr>
    </a:lvl6pPr>
    <a:lvl7pPr marL="4999208" algn="l" defTabSz="1666403" rtl="0" eaLnBrk="1" latinLnBrk="0" hangingPunct="1">
      <a:defRPr sz="2200" kern="1200">
        <a:solidFill>
          <a:schemeClr val="tx1"/>
        </a:solidFill>
        <a:latin typeface="+mn-lt"/>
        <a:ea typeface="+mn-ea"/>
        <a:cs typeface="+mn-cs"/>
      </a:defRPr>
    </a:lvl7pPr>
    <a:lvl8pPr marL="5832409" algn="l" defTabSz="1666403" rtl="0" eaLnBrk="1" latinLnBrk="0" hangingPunct="1">
      <a:defRPr sz="2200" kern="1200">
        <a:solidFill>
          <a:schemeClr val="tx1"/>
        </a:solidFill>
        <a:latin typeface="+mn-lt"/>
        <a:ea typeface="+mn-ea"/>
        <a:cs typeface="+mn-cs"/>
      </a:defRPr>
    </a:lvl8pPr>
    <a:lvl9pPr marL="6665610" algn="l" defTabSz="1666403" rtl="0" eaLnBrk="1" latinLnBrk="0" hangingPunct="1">
      <a:defRPr sz="2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1 Marcador de imagen de diapositiva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3555" name="2 Marcador de notas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s-VE" altLang="es-VE" smtClean="0"/>
          </a:p>
        </p:txBody>
      </p:sp>
      <p:sp>
        <p:nvSpPr>
          <p:cNvPr id="23556" name="3 Marcador de número de diapositiva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fld id="{77D30010-4835-440B-AFAB-36F866E854FC}" type="slidenum">
              <a:rPr lang="es-VE" altLang="es-VE"/>
              <a:pPr/>
              <a:t>1</a:t>
            </a:fld>
            <a:endParaRPr lang="es-VE" altLang="es-VE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1296115" y="3690766"/>
            <a:ext cx="14689297" cy="2546682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VE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2592230" y="6732482"/>
            <a:ext cx="12097068" cy="3036217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121197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24239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3635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484789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60598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727184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848382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969579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modificar el estilo de subtítulo del patrón</a:t>
            </a:r>
            <a:endParaRPr lang="es-VE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EB2AC2B-EC05-43E5-A34B-5D9F4D4BBBD3}" type="datetimeFigureOut">
              <a:rPr lang="es-VE" altLang="es-VE"/>
              <a:pPr>
                <a:defRPr/>
              </a:pPr>
              <a:t>7/3/2026</a:t>
            </a:fld>
            <a:endParaRPr lang="es-VE" altLang="es-VE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VE" altLang="es-VE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A09B2B-B534-44F1-BCF5-513CC7C664CD}" type="slidenum">
              <a:rPr lang="es-VE" altLang="es-VE"/>
              <a:pPr>
                <a:defRPr/>
              </a:pPr>
              <a:t>‹Nº›</a:t>
            </a:fld>
            <a:endParaRPr lang="es-VE" altLang="es-VE"/>
          </a:p>
        </p:txBody>
      </p:sp>
    </p:spTree>
    <p:extLst>
      <p:ext uri="{BB962C8B-B14F-4D97-AF65-F5344CB8AC3E}">
        <p14:creationId xmlns:p14="http://schemas.microsoft.com/office/powerpoint/2010/main" val="11685803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1 Marcador de título"/>
          <p:cNvSpPr>
            <a:spLocks noGrp="1"/>
          </p:cNvSpPr>
          <p:nvPr>
            <p:ph type="title"/>
          </p:nvPr>
        </p:nvSpPr>
        <p:spPr bwMode="auto">
          <a:xfrm>
            <a:off x="863600" y="476250"/>
            <a:ext cx="15554325" cy="1979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66640" tIns="83320" rIns="166640" bIns="833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s-ES" altLang="es-VE" smtClean="0"/>
              <a:t>Haga clic para modificar el estilo de título del patrón</a:t>
            </a:r>
            <a:endParaRPr lang="es-VE" altLang="es-VE" smtClean="0"/>
          </a:p>
        </p:txBody>
      </p:sp>
      <p:sp>
        <p:nvSpPr>
          <p:cNvPr id="1027" name="2 Marcador de texto"/>
          <p:cNvSpPr>
            <a:spLocks noGrp="1"/>
          </p:cNvSpPr>
          <p:nvPr>
            <p:ph type="body" idx="1"/>
          </p:nvPr>
        </p:nvSpPr>
        <p:spPr bwMode="auto">
          <a:xfrm>
            <a:off x="863600" y="2771775"/>
            <a:ext cx="15554325" cy="7840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66640" tIns="83320" rIns="166640" bIns="833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" altLang="es-VE" smtClean="0"/>
              <a:t>Haga clic para modificar el estilo de texto del patrón</a:t>
            </a:r>
          </a:p>
          <a:p>
            <a:pPr lvl="1"/>
            <a:r>
              <a:rPr lang="es-ES" altLang="es-VE" smtClean="0"/>
              <a:t>Segundo nivel</a:t>
            </a:r>
          </a:p>
          <a:p>
            <a:pPr lvl="2"/>
            <a:r>
              <a:rPr lang="es-ES" altLang="es-VE" smtClean="0"/>
              <a:t>Tercer nivel</a:t>
            </a:r>
          </a:p>
          <a:p>
            <a:pPr lvl="3"/>
            <a:r>
              <a:rPr lang="es-ES" altLang="es-VE" smtClean="0"/>
              <a:t>Cuarto nivel</a:t>
            </a:r>
          </a:p>
          <a:p>
            <a:pPr lvl="4"/>
            <a:r>
              <a:rPr lang="es-ES" altLang="es-VE" smtClean="0"/>
              <a:t>Quinto nivel</a:t>
            </a:r>
            <a:endParaRPr lang="es-VE" altLang="es-VE" smtClean="0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863600" y="11012488"/>
            <a:ext cx="4032250" cy="631825"/>
          </a:xfrm>
          <a:prstGeom prst="rect">
            <a:avLst/>
          </a:prstGeom>
        </p:spPr>
        <p:txBody>
          <a:bodyPr vert="horz" wrap="square" lIns="166640" tIns="83320" rIns="166640" bIns="83320" numCol="1" anchor="ctr" anchorCtr="0" compatLnSpc="1">
            <a:prstTxWarp prst="textNoShape">
              <a:avLst/>
            </a:prstTxWarp>
          </a:bodyPr>
          <a:lstStyle>
            <a:lvl1pPr defTabSz="2422525">
              <a:defRPr sz="3200" smtClean="0">
                <a:solidFill>
                  <a:srgbClr val="898989"/>
                </a:solidFill>
                <a:latin typeface="Calibri" pitchFamily="34" charset="0"/>
              </a:defRPr>
            </a:lvl1pPr>
          </a:lstStyle>
          <a:p>
            <a:pPr>
              <a:defRPr/>
            </a:pPr>
            <a:fld id="{5A82714B-139D-4C27-9004-7456C2584241}" type="datetimeFigureOut">
              <a:rPr lang="es-VE" altLang="es-VE"/>
              <a:pPr>
                <a:defRPr/>
              </a:pPr>
              <a:t>7/3/2026</a:t>
            </a:fld>
            <a:endParaRPr lang="es-VE" altLang="es-VE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5903913" y="11012488"/>
            <a:ext cx="5473700" cy="631825"/>
          </a:xfrm>
          <a:prstGeom prst="rect">
            <a:avLst/>
          </a:prstGeom>
        </p:spPr>
        <p:txBody>
          <a:bodyPr vert="horz" wrap="square" lIns="166640" tIns="83320" rIns="166640" bIns="83320" numCol="1" anchor="ctr" anchorCtr="0" compatLnSpc="1">
            <a:prstTxWarp prst="textNoShape">
              <a:avLst/>
            </a:prstTxWarp>
          </a:bodyPr>
          <a:lstStyle>
            <a:lvl1pPr algn="ctr" defTabSz="2422525">
              <a:defRPr sz="3200" smtClean="0">
                <a:solidFill>
                  <a:srgbClr val="898989"/>
                </a:solidFill>
                <a:latin typeface="Calibri" pitchFamily="34" charset="0"/>
              </a:defRPr>
            </a:lvl1pPr>
          </a:lstStyle>
          <a:p>
            <a:pPr>
              <a:defRPr/>
            </a:pPr>
            <a:endParaRPr lang="es-VE" altLang="es-VE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12385675" y="11012488"/>
            <a:ext cx="4032250" cy="631825"/>
          </a:xfrm>
          <a:prstGeom prst="rect">
            <a:avLst/>
          </a:prstGeom>
        </p:spPr>
        <p:txBody>
          <a:bodyPr vert="horz" wrap="square" lIns="166640" tIns="83320" rIns="166640" bIns="83320" numCol="1" anchor="ctr" anchorCtr="0" compatLnSpc="1">
            <a:prstTxWarp prst="textNoShape">
              <a:avLst/>
            </a:prstTxWarp>
          </a:bodyPr>
          <a:lstStyle>
            <a:lvl1pPr algn="r" defTabSz="2422525">
              <a:defRPr sz="3200" smtClean="0">
                <a:solidFill>
                  <a:srgbClr val="898989"/>
                </a:solidFill>
                <a:latin typeface="Calibri" pitchFamily="34" charset="0"/>
              </a:defRPr>
            </a:lvl1pPr>
          </a:lstStyle>
          <a:p>
            <a:pPr>
              <a:defRPr/>
            </a:pPr>
            <a:fld id="{803C63B8-2D8B-4575-9F0A-3403CD128551}" type="slidenum">
              <a:rPr lang="es-VE" altLang="es-VE"/>
              <a:pPr>
                <a:defRPr/>
              </a:pPr>
              <a:t>‹Nº›</a:t>
            </a:fld>
            <a:endParaRPr lang="es-VE" altLang="es-VE"/>
          </a:p>
        </p:txBody>
      </p:sp>
    </p:spTree>
    <p:extLst>
      <p:ext uri="{BB962C8B-B14F-4D97-AF65-F5344CB8AC3E}">
        <p14:creationId xmlns:p14="http://schemas.microsoft.com/office/powerpoint/2010/main" val="25964071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ctr" defTabSz="2420938" rtl="0" eaLnBrk="0" fontAlgn="base" hangingPunct="0">
        <a:spcBef>
          <a:spcPct val="0"/>
        </a:spcBef>
        <a:spcAft>
          <a:spcPct val="0"/>
        </a:spcAft>
        <a:defRPr sz="116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defTabSz="2420938" rtl="0" eaLnBrk="0" fontAlgn="base" hangingPunct="0">
        <a:spcBef>
          <a:spcPct val="0"/>
        </a:spcBef>
        <a:spcAft>
          <a:spcPct val="0"/>
        </a:spcAft>
        <a:defRPr sz="11600">
          <a:solidFill>
            <a:schemeClr val="tx1"/>
          </a:solidFill>
          <a:latin typeface="Calibri" pitchFamily="34" charset="0"/>
        </a:defRPr>
      </a:lvl2pPr>
      <a:lvl3pPr algn="ctr" defTabSz="2420938" rtl="0" eaLnBrk="0" fontAlgn="base" hangingPunct="0">
        <a:spcBef>
          <a:spcPct val="0"/>
        </a:spcBef>
        <a:spcAft>
          <a:spcPct val="0"/>
        </a:spcAft>
        <a:defRPr sz="11600">
          <a:solidFill>
            <a:schemeClr val="tx1"/>
          </a:solidFill>
          <a:latin typeface="Calibri" pitchFamily="34" charset="0"/>
        </a:defRPr>
      </a:lvl3pPr>
      <a:lvl4pPr algn="ctr" defTabSz="2420938" rtl="0" eaLnBrk="0" fontAlgn="base" hangingPunct="0">
        <a:spcBef>
          <a:spcPct val="0"/>
        </a:spcBef>
        <a:spcAft>
          <a:spcPct val="0"/>
        </a:spcAft>
        <a:defRPr sz="11600">
          <a:solidFill>
            <a:schemeClr val="tx1"/>
          </a:solidFill>
          <a:latin typeface="Calibri" pitchFamily="34" charset="0"/>
        </a:defRPr>
      </a:lvl4pPr>
      <a:lvl5pPr algn="ctr" defTabSz="2420938" rtl="0" eaLnBrk="0" fontAlgn="base" hangingPunct="0">
        <a:spcBef>
          <a:spcPct val="0"/>
        </a:spcBef>
        <a:spcAft>
          <a:spcPct val="0"/>
        </a:spcAft>
        <a:defRPr sz="11600">
          <a:solidFill>
            <a:schemeClr val="tx1"/>
          </a:solidFill>
          <a:latin typeface="Calibri" pitchFamily="34" charset="0"/>
        </a:defRPr>
      </a:lvl5pPr>
      <a:lvl6pPr marL="665043" algn="ctr" defTabSz="2422328" rtl="0" fontAlgn="base">
        <a:spcBef>
          <a:spcPct val="0"/>
        </a:spcBef>
        <a:spcAft>
          <a:spcPct val="0"/>
        </a:spcAft>
        <a:defRPr sz="11637">
          <a:solidFill>
            <a:schemeClr val="tx1"/>
          </a:solidFill>
          <a:latin typeface="Calibri" pitchFamily="34" charset="0"/>
        </a:defRPr>
      </a:lvl6pPr>
      <a:lvl7pPr marL="1330086" algn="ctr" defTabSz="2422328" rtl="0" fontAlgn="base">
        <a:spcBef>
          <a:spcPct val="0"/>
        </a:spcBef>
        <a:spcAft>
          <a:spcPct val="0"/>
        </a:spcAft>
        <a:defRPr sz="11637">
          <a:solidFill>
            <a:schemeClr val="tx1"/>
          </a:solidFill>
          <a:latin typeface="Calibri" pitchFamily="34" charset="0"/>
        </a:defRPr>
      </a:lvl7pPr>
      <a:lvl8pPr marL="1995129" algn="ctr" defTabSz="2422328" rtl="0" fontAlgn="base">
        <a:spcBef>
          <a:spcPct val="0"/>
        </a:spcBef>
        <a:spcAft>
          <a:spcPct val="0"/>
        </a:spcAft>
        <a:defRPr sz="11637">
          <a:solidFill>
            <a:schemeClr val="tx1"/>
          </a:solidFill>
          <a:latin typeface="Calibri" pitchFamily="34" charset="0"/>
        </a:defRPr>
      </a:lvl8pPr>
      <a:lvl9pPr marL="2660172" algn="ctr" defTabSz="2422328" rtl="0" fontAlgn="base">
        <a:spcBef>
          <a:spcPct val="0"/>
        </a:spcBef>
        <a:spcAft>
          <a:spcPct val="0"/>
        </a:spcAft>
        <a:defRPr sz="11637">
          <a:solidFill>
            <a:schemeClr val="tx1"/>
          </a:solidFill>
          <a:latin typeface="Calibri" pitchFamily="34" charset="0"/>
        </a:defRPr>
      </a:lvl9pPr>
    </p:titleStyle>
    <p:bodyStyle>
      <a:lvl1pPr marL="906463" indent="-906463" algn="l" defTabSz="2420938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8400" kern="1200">
          <a:solidFill>
            <a:schemeClr val="tx1"/>
          </a:solidFill>
          <a:latin typeface="+mn-lt"/>
          <a:ea typeface="+mn-ea"/>
          <a:cs typeface="+mn-cs"/>
        </a:defRPr>
      </a:lvl1pPr>
      <a:lvl2pPr marL="1966913" indent="-757238" algn="l" defTabSz="2420938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7400" kern="1200">
          <a:solidFill>
            <a:schemeClr val="tx1"/>
          </a:solidFill>
          <a:latin typeface="+mn-lt"/>
          <a:ea typeface="+mn-ea"/>
          <a:cs typeface="+mn-cs"/>
        </a:defRPr>
      </a:lvl2pPr>
      <a:lvl3pPr marL="3028950" indent="-604838" algn="l" defTabSz="2420938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6400" kern="1200">
          <a:solidFill>
            <a:schemeClr val="tx1"/>
          </a:solidFill>
          <a:latin typeface="+mn-lt"/>
          <a:ea typeface="+mn-ea"/>
          <a:cs typeface="+mn-cs"/>
        </a:defRPr>
      </a:lvl3pPr>
      <a:lvl4pPr marL="4238625" indent="-604838" algn="l" defTabSz="2420938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5200" kern="1200">
          <a:solidFill>
            <a:schemeClr val="tx1"/>
          </a:solidFill>
          <a:latin typeface="+mn-lt"/>
          <a:ea typeface="+mn-ea"/>
          <a:cs typeface="+mn-cs"/>
        </a:defRPr>
      </a:lvl4pPr>
      <a:lvl5pPr marL="5451475" indent="-604838" algn="l" defTabSz="2420938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5200" kern="1200">
          <a:solidFill>
            <a:schemeClr val="tx1"/>
          </a:solidFill>
          <a:latin typeface="+mn-lt"/>
          <a:ea typeface="+mn-ea"/>
          <a:cs typeface="+mn-cs"/>
        </a:defRPr>
      </a:lvl5pPr>
      <a:lvl6pPr marL="6665860" indent="-605988" algn="l" defTabSz="2423950" rtl="0" eaLnBrk="1" latinLnBrk="0" hangingPunct="1">
        <a:spcBef>
          <a:spcPct val="20000"/>
        </a:spcBef>
        <a:buFont typeface="Arial" pitchFamily="34" charset="0"/>
        <a:buChar char="•"/>
        <a:defRPr sz="5237" kern="1200">
          <a:solidFill>
            <a:schemeClr val="tx1"/>
          </a:solidFill>
          <a:latin typeface="+mn-lt"/>
          <a:ea typeface="+mn-ea"/>
          <a:cs typeface="+mn-cs"/>
        </a:defRPr>
      </a:lvl6pPr>
      <a:lvl7pPr marL="7877834" indent="-605988" algn="l" defTabSz="2423950" rtl="0" eaLnBrk="1" latinLnBrk="0" hangingPunct="1">
        <a:spcBef>
          <a:spcPct val="20000"/>
        </a:spcBef>
        <a:buFont typeface="Arial" pitchFamily="34" charset="0"/>
        <a:buChar char="•"/>
        <a:defRPr sz="5237" kern="1200">
          <a:solidFill>
            <a:schemeClr val="tx1"/>
          </a:solidFill>
          <a:latin typeface="+mn-lt"/>
          <a:ea typeface="+mn-ea"/>
          <a:cs typeface="+mn-cs"/>
        </a:defRPr>
      </a:lvl7pPr>
      <a:lvl8pPr marL="9089810" indent="-605988" algn="l" defTabSz="2423950" rtl="0" eaLnBrk="1" latinLnBrk="0" hangingPunct="1">
        <a:spcBef>
          <a:spcPct val="20000"/>
        </a:spcBef>
        <a:buFont typeface="Arial" pitchFamily="34" charset="0"/>
        <a:buChar char="•"/>
        <a:defRPr sz="5237" kern="1200">
          <a:solidFill>
            <a:schemeClr val="tx1"/>
          </a:solidFill>
          <a:latin typeface="+mn-lt"/>
          <a:ea typeface="+mn-ea"/>
          <a:cs typeface="+mn-cs"/>
        </a:defRPr>
      </a:lvl8pPr>
      <a:lvl9pPr marL="10301784" indent="-605988" algn="l" defTabSz="2423950" rtl="0" eaLnBrk="1" latinLnBrk="0" hangingPunct="1">
        <a:spcBef>
          <a:spcPct val="20000"/>
        </a:spcBef>
        <a:buFont typeface="Arial" pitchFamily="34" charset="0"/>
        <a:buChar char="•"/>
        <a:defRPr sz="523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VE"/>
      </a:defPPr>
      <a:lvl1pPr marL="0" algn="l" defTabSz="2423950" rtl="0" eaLnBrk="1" latinLnBrk="0" hangingPunct="1">
        <a:defRPr sz="4800" kern="1200">
          <a:solidFill>
            <a:schemeClr val="tx1"/>
          </a:solidFill>
          <a:latin typeface="+mn-lt"/>
          <a:ea typeface="+mn-ea"/>
          <a:cs typeface="+mn-cs"/>
        </a:defRPr>
      </a:lvl1pPr>
      <a:lvl2pPr marL="1211974" algn="l" defTabSz="2423950" rtl="0" eaLnBrk="1" latinLnBrk="0" hangingPunct="1">
        <a:defRPr sz="4800" kern="1200">
          <a:solidFill>
            <a:schemeClr val="tx1"/>
          </a:solidFill>
          <a:latin typeface="+mn-lt"/>
          <a:ea typeface="+mn-ea"/>
          <a:cs typeface="+mn-cs"/>
        </a:defRPr>
      </a:lvl2pPr>
      <a:lvl3pPr marL="2423950" algn="l" defTabSz="2423950" rtl="0" eaLnBrk="1" latinLnBrk="0" hangingPunct="1">
        <a:defRPr sz="4800" kern="1200">
          <a:solidFill>
            <a:schemeClr val="tx1"/>
          </a:solidFill>
          <a:latin typeface="+mn-lt"/>
          <a:ea typeface="+mn-ea"/>
          <a:cs typeface="+mn-cs"/>
        </a:defRPr>
      </a:lvl3pPr>
      <a:lvl4pPr marL="3635924" algn="l" defTabSz="2423950" rtl="0" eaLnBrk="1" latinLnBrk="0" hangingPunct="1">
        <a:defRPr sz="4800" kern="1200">
          <a:solidFill>
            <a:schemeClr val="tx1"/>
          </a:solidFill>
          <a:latin typeface="+mn-lt"/>
          <a:ea typeface="+mn-ea"/>
          <a:cs typeface="+mn-cs"/>
        </a:defRPr>
      </a:lvl4pPr>
      <a:lvl5pPr marL="4847898" algn="l" defTabSz="2423950" rtl="0" eaLnBrk="1" latinLnBrk="0" hangingPunct="1">
        <a:defRPr sz="4800" kern="1200">
          <a:solidFill>
            <a:schemeClr val="tx1"/>
          </a:solidFill>
          <a:latin typeface="+mn-lt"/>
          <a:ea typeface="+mn-ea"/>
          <a:cs typeface="+mn-cs"/>
        </a:defRPr>
      </a:lvl5pPr>
      <a:lvl6pPr marL="6059872" algn="l" defTabSz="2423950" rtl="0" eaLnBrk="1" latinLnBrk="0" hangingPunct="1">
        <a:defRPr sz="4800" kern="1200">
          <a:solidFill>
            <a:schemeClr val="tx1"/>
          </a:solidFill>
          <a:latin typeface="+mn-lt"/>
          <a:ea typeface="+mn-ea"/>
          <a:cs typeface="+mn-cs"/>
        </a:defRPr>
      </a:lvl6pPr>
      <a:lvl7pPr marL="7271848" algn="l" defTabSz="2423950" rtl="0" eaLnBrk="1" latinLnBrk="0" hangingPunct="1">
        <a:defRPr sz="4800" kern="1200">
          <a:solidFill>
            <a:schemeClr val="tx1"/>
          </a:solidFill>
          <a:latin typeface="+mn-lt"/>
          <a:ea typeface="+mn-ea"/>
          <a:cs typeface="+mn-cs"/>
        </a:defRPr>
      </a:lvl7pPr>
      <a:lvl8pPr marL="8483822" algn="l" defTabSz="2423950" rtl="0" eaLnBrk="1" latinLnBrk="0" hangingPunct="1">
        <a:defRPr sz="4800" kern="1200">
          <a:solidFill>
            <a:schemeClr val="tx1"/>
          </a:solidFill>
          <a:latin typeface="+mn-lt"/>
          <a:ea typeface="+mn-ea"/>
          <a:cs typeface="+mn-cs"/>
        </a:defRPr>
      </a:lvl8pPr>
      <a:lvl9pPr marL="9695796" algn="l" defTabSz="2423950" rtl="0" eaLnBrk="1" latinLnBrk="0" hangingPunct="1">
        <a:defRPr sz="4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3 Imagen" descr="marco.jp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39" t="2753" r="1453" b="815"/>
          <a:stretch>
            <a:fillRect/>
          </a:stretch>
        </p:blipFill>
        <p:spPr bwMode="auto">
          <a:xfrm>
            <a:off x="144463" y="395288"/>
            <a:ext cx="16956087" cy="11168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" name="29 Rectángulo"/>
          <p:cNvSpPr/>
          <p:nvPr/>
        </p:nvSpPr>
        <p:spPr>
          <a:xfrm>
            <a:off x="14442115" y="5076329"/>
            <a:ext cx="642942" cy="1862048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defRPr/>
            </a:pPr>
            <a:r>
              <a:rPr lang="ja-JP" altLang="es-VE" sz="11500" dirty="0">
                <a:ln w="6350">
                  <a:solidFill>
                    <a:prstClr val="black"/>
                  </a:solidFill>
                </a:ln>
                <a:solidFill>
                  <a:prstClr val="black"/>
                </a:solidFill>
                <a:latin typeface="EPSON 太行書体Ｂ" pitchFamily="65" charset="-128"/>
                <a:ea typeface="EPSON 太行書体Ｂ" pitchFamily="65" charset="-128"/>
              </a:rPr>
              <a:t>證</a:t>
            </a:r>
            <a:endParaRPr lang="es-VE" sz="11500" dirty="0">
              <a:ln w="6350">
                <a:solidFill>
                  <a:prstClr val="black"/>
                </a:solidFill>
              </a:ln>
              <a:solidFill>
                <a:prstClr val="black"/>
              </a:solidFill>
              <a:latin typeface="EPSON 太行書体Ｂ" pitchFamily="65" charset="-128"/>
              <a:ea typeface="EPSON 太行書体Ｂ" pitchFamily="65" charset="-128"/>
            </a:endParaRPr>
          </a:p>
        </p:txBody>
      </p:sp>
      <p:sp>
        <p:nvSpPr>
          <p:cNvPr id="35" name="34 CuadroTexto"/>
          <p:cNvSpPr txBox="1"/>
          <p:nvPr/>
        </p:nvSpPr>
        <p:spPr>
          <a:xfrm>
            <a:off x="9478500" y="2196009"/>
            <a:ext cx="818446" cy="8722842"/>
          </a:xfrm>
          <a:prstGeom prst="rect">
            <a:avLst/>
          </a:prstGeom>
          <a:noFill/>
        </p:spPr>
        <p:txBody>
          <a:bodyPr vert="wordArtVert" lIns="79288" tIns="39644" rIns="79288" bIns="39644">
            <a:spAutoFit/>
          </a:bodyPr>
          <a:lstStyle/>
          <a:p>
            <a:pPr defTabSz="1443971">
              <a:defRPr/>
            </a:pPr>
            <a:r>
              <a:rPr lang="ja-JP" altLang="es-VE" sz="4400" dirty="0">
                <a:solidFill>
                  <a:prstClr val="black"/>
                </a:solidFill>
                <a:latin typeface="EPSON 太行書体Ｂ" pitchFamily="65" charset="-128"/>
                <a:ea typeface="EPSON 太行書体Ｂ" pitchFamily="65" charset="-128"/>
              </a:rPr>
              <a:t>国際糸東流空手道オコア協会</a:t>
            </a:r>
            <a:endParaRPr lang="es-VE" altLang="ja-JP" sz="4400" dirty="0">
              <a:solidFill>
                <a:prstClr val="black"/>
              </a:solidFill>
              <a:latin typeface="EPSON 太行書体Ｂ" pitchFamily="65" charset="-128"/>
              <a:ea typeface="EPSON 太行書体Ｂ" pitchFamily="65" charset="-128"/>
            </a:endParaRPr>
          </a:p>
        </p:txBody>
      </p:sp>
      <p:sp>
        <p:nvSpPr>
          <p:cNvPr id="36" name="35 CuadroTexto"/>
          <p:cNvSpPr txBox="1"/>
          <p:nvPr/>
        </p:nvSpPr>
        <p:spPr>
          <a:xfrm>
            <a:off x="8686412" y="2255409"/>
            <a:ext cx="968038" cy="8087378"/>
          </a:xfrm>
          <a:prstGeom prst="rect">
            <a:avLst/>
          </a:prstGeom>
          <a:noFill/>
        </p:spPr>
        <p:txBody>
          <a:bodyPr vert="wordArtVert" lIns="79288" tIns="39644" rIns="79288" bIns="39644">
            <a:spAutoFit/>
          </a:bodyPr>
          <a:lstStyle/>
          <a:p>
            <a:pPr defTabSz="1443971">
              <a:defRPr/>
            </a:pPr>
            <a:r>
              <a:rPr lang="ja-JP" altLang="es-VE" sz="5400" dirty="0">
                <a:solidFill>
                  <a:prstClr val="black"/>
                </a:solidFill>
                <a:latin typeface="EPSON 太行書体Ｂ" pitchFamily="65" charset="-128"/>
                <a:ea typeface="EPSON 太行書体Ｂ" pitchFamily="65" charset="-128"/>
              </a:rPr>
              <a:t>コアオルランド　錬士</a:t>
            </a:r>
            <a:endParaRPr lang="es-VE" sz="5400" dirty="0">
              <a:solidFill>
                <a:prstClr val="black"/>
              </a:solidFill>
              <a:latin typeface="EPSON 太行書体Ｂ" pitchFamily="65" charset="-128"/>
              <a:ea typeface="EPSON 太行書体Ｂ" pitchFamily="65" charset="-128"/>
            </a:endParaRPr>
          </a:p>
        </p:txBody>
      </p:sp>
      <p:sp>
        <p:nvSpPr>
          <p:cNvPr id="41" name="40 CuadroTexto"/>
          <p:cNvSpPr txBox="1"/>
          <p:nvPr/>
        </p:nvSpPr>
        <p:spPr>
          <a:xfrm>
            <a:off x="11925314" y="2196009"/>
            <a:ext cx="1237343" cy="8190604"/>
          </a:xfrm>
          <a:prstGeom prst="rect">
            <a:avLst/>
          </a:prstGeom>
          <a:noFill/>
        </p:spPr>
        <p:txBody>
          <a:bodyPr vert="wordArtVert" lIns="79288" tIns="39644" rIns="79288" bIns="39644">
            <a:spAutoFit/>
          </a:bodyPr>
          <a:lstStyle/>
          <a:p>
            <a:pPr algn="dist" defTabSz="1443971">
              <a:defRPr/>
            </a:pPr>
            <a:r>
              <a:rPr lang="ja-JP" altLang="es-VE" sz="6600" dirty="0">
                <a:solidFill>
                  <a:prstClr val="black"/>
                </a:solidFill>
                <a:latin typeface="EPSON 太行書体Ｂ" pitchFamily="65" charset="-128"/>
                <a:ea typeface="EPSON 太行書体Ｂ" pitchFamily="65" charset="-128"/>
              </a:rPr>
              <a:t>右者</a:t>
            </a:r>
            <a:r>
              <a:rPr lang="ja-JP" altLang="es-VE" sz="7200" dirty="0">
                <a:solidFill>
                  <a:prstClr val="black"/>
                </a:solidFill>
                <a:latin typeface="EPSON 太行書体Ｂ" pitchFamily="65" charset="-128"/>
                <a:ea typeface="EPSON 太行書体Ｂ" pitchFamily="65" charset="-128"/>
              </a:rPr>
              <a:t>糸東流</a:t>
            </a:r>
            <a:r>
              <a:rPr lang="ja-JP" altLang="es-VE" sz="6600" dirty="0">
                <a:solidFill>
                  <a:prstClr val="black"/>
                </a:solidFill>
                <a:latin typeface="EPSON 太行書体Ｂ" pitchFamily="65" charset="-128"/>
                <a:ea typeface="EPSON 太行書体Ｂ" pitchFamily="65" charset="-128"/>
              </a:rPr>
              <a:t>空手道</a:t>
            </a:r>
            <a:endParaRPr lang="es-VE" sz="6600" dirty="0">
              <a:solidFill>
                <a:prstClr val="black"/>
              </a:solidFill>
              <a:latin typeface="EPSON 太行書体Ｂ" pitchFamily="65" charset="-128"/>
              <a:ea typeface="EPSON 太行書体Ｂ" pitchFamily="65" charset="-128"/>
            </a:endParaRPr>
          </a:p>
        </p:txBody>
      </p:sp>
      <p:sp>
        <p:nvSpPr>
          <p:cNvPr id="10247" name="78 CuadroTexto"/>
          <p:cNvSpPr txBox="1">
            <a:spLocks noChangeArrowheads="1"/>
          </p:cNvSpPr>
          <p:nvPr/>
        </p:nvSpPr>
        <p:spPr bwMode="auto">
          <a:xfrm>
            <a:off x="1196975" y="3852863"/>
            <a:ext cx="7473950" cy="941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9288" tIns="39644" rIns="79288" bIns="39644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84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74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6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5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s-VE" altLang="es-VE" sz="2800">
                <a:solidFill>
                  <a:srgbClr val="000000"/>
                </a:solidFill>
                <a:latin typeface="Lucida Calligraphy" pitchFamily="66" charset="0"/>
              </a:rPr>
              <a:t>Otorga el presente                                                Certificado A:</a:t>
            </a:r>
          </a:p>
        </p:txBody>
      </p:sp>
      <p:sp>
        <p:nvSpPr>
          <p:cNvPr id="10248" name="10 CuadroTexto"/>
          <p:cNvSpPr txBox="1">
            <a:spLocks noChangeArrowheads="1"/>
          </p:cNvSpPr>
          <p:nvPr/>
        </p:nvSpPr>
        <p:spPr bwMode="auto">
          <a:xfrm>
            <a:off x="1196975" y="2767013"/>
            <a:ext cx="7473950" cy="819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9288" tIns="39644" rIns="79288" bIns="39644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84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74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6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5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s-VE" altLang="es-VE" sz="2400">
                <a:solidFill>
                  <a:srgbClr val="000000"/>
                </a:solidFill>
                <a:latin typeface="Arial Black" pitchFamily="34" charset="0"/>
              </a:rPr>
              <a:t>ORGANIZACIÓN KOKUSAI SHITO RYU                    KARATE DO OCOA</a:t>
            </a:r>
          </a:p>
        </p:txBody>
      </p:sp>
      <p:sp>
        <p:nvSpPr>
          <p:cNvPr id="2" name="1 Elipse"/>
          <p:cNvSpPr>
            <a:spLocks/>
          </p:cNvSpPr>
          <p:nvPr/>
        </p:nvSpPr>
        <p:spPr>
          <a:xfrm>
            <a:off x="-4465638" y="1370013"/>
            <a:ext cx="1835150" cy="1836737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s-ES" altLang="es-VE">
              <a:solidFill>
                <a:srgbClr val="FFFFFF"/>
              </a:solidFill>
              <a:cs typeface="Arial" charset="0"/>
            </a:endParaRPr>
          </a:p>
        </p:txBody>
      </p:sp>
      <p:sp>
        <p:nvSpPr>
          <p:cNvPr id="10250" name="78 CuadroTexto"/>
          <p:cNvSpPr txBox="1">
            <a:spLocks noChangeArrowheads="1"/>
          </p:cNvSpPr>
          <p:nvPr/>
        </p:nvSpPr>
        <p:spPr bwMode="auto">
          <a:xfrm>
            <a:off x="1871663" y="3484563"/>
            <a:ext cx="6192837" cy="295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9288" tIns="39644" rIns="79288" bIns="39644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84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74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6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5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s-VE" altLang="es-VE" sz="1400">
                <a:solidFill>
                  <a:srgbClr val="000000"/>
                </a:solidFill>
                <a:latin typeface="AccoladeLH" pitchFamily="2" charset="0"/>
              </a:rPr>
              <a:t>Afiliada a la Federación Venezolana de Karate Do</a:t>
            </a:r>
          </a:p>
        </p:txBody>
      </p:sp>
      <p:pic>
        <p:nvPicPr>
          <p:cNvPr id="10251" name="Picture 28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32700" y="107950"/>
            <a:ext cx="1944688" cy="19446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52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583" t="29633" r="20988" b="16600"/>
          <a:stretch>
            <a:fillRect/>
          </a:stretch>
        </p:blipFill>
        <p:spPr bwMode="auto">
          <a:xfrm>
            <a:off x="18126075" y="8021638"/>
            <a:ext cx="495300" cy="542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253" name="88 CuadroTexto"/>
          <p:cNvSpPr txBox="1">
            <a:spLocks noChangeArrowheads="1"/>
          </p:cNvSpPr>
          <p:nvPr/>
        </p:nvSpPr>
        <p:spPr bwMode="auto">
          <a:xfrm>
            <a:off x="17889538" y="5626100"/>
            <a:ext cx="652462" cy="652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eaVert" lIns="79288" tIns="39644" rIns="79288" bIns="39644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84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74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6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5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ja-JP" altLang="es-VE" sz="3200">
                <a:solidFill>
                  <a:srgbClr val="000000"/>
                </a:solidFill>
                <a:latin typeface="EPSON 太行書体Ｂ" pitchFamily="65" charset="-128"/>
                <a:ea typeface="EPSON 太行書体Ｂ" pitchFamily="65" charset="-128"/>
              </a:rPr>
              <a:t>ウ</a:t>
            </a:r>
            <a:endParaRPr lang="es-VE" altLang="ja-JP" sz="3200">
              <a:solidFill>
                <a:srgbClr val="000000"/>
              </a:solidFill>
              <a:latin typeface="EPSON 太行書体Ｂ" pitchFamily="65" charset="-128"/>
              <a:ea typeface="EPSON 太行書体Ｂ" pitchFamily="65" charset="-128"/>
            </a:endParaRPr>
          </a:p>
        </p:txBody>
      </p:sp>
      <p:sp>
        <p:nvSpPr>
          <p:cNvPr id="10254" name="6 Rectángulo"/>
          <p:cNvSpPr>
            <a:spLocks noChangeArrowheads="1"/>
          </p:cNvSpPr>
          <p:nvPr/>
        </p:nvSpPr>
        <p:spPr bwMode="auto">
          <a:xfrm>
            <a:off x="1385888" y="9894888"/>
            <a:ext cx="2174875" cy="298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9288" tIns="39644" rIns="79288" bIns="39644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84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74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6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5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s-VE" altLang="es-VE" sz="1400">
                <a:solidFill>
                  <a:srgbClr val="000000"/>
                </a:solidFill>
                <a:latin typeface="Andalus" pitchFamily="18" charset="-78"/>
                <a:cs typeface="Andalus" pitchFamily="18" charset="-78"/>
              </a:rPr>
              <a:t>Director Técnico</a:t>
            </a:r>
          </a:p>
        </p:txBody>
      </p:sp>
      <p:sp>
        <p:nvSpPr>
          <p:cNvPr id="10255" name="4 Rectángulo"/>
          <p:cNvSpPr>
            <a:spLocks noChangeArrowheads="1"/>
          </p:cNvSpPr>
          <p:nvPr/>
        </p:nvSpPr>
        <p:spPr bwMode="auto">
          <a:xfrm>
            <a:off x="1295400" y="9731375"/>
            <a:ext cx="2355850" cy="298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9288" tIns="39644" rIns="79288" bIns="39644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84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74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6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5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s-VE" altLang="es-VE" sz="1400" b="1">
                <a:solidFill>
                  <a:srgbClr val="000000"/>
                </a:solidFill>
                <a:latin typeface="Andalus" pitchFamily="18" charset="-78"/>
                <a:cs typeface="Andalus" pitchFamily="18" charset="-78"/>
              </a:rPr>
              <a:t>Renshi Orlando Coa</a:t>
            </a:r>
          </a:p>
        </p:txBody>
      </p:sp>
      <p:sp>
        <p:nvSpPr>
          <p:cNvPr id="10256" name="6 Rectángulo"/>
          <p:cNvSpPr>
            <a:spLocks noChangeArrowheads="1"/>
          </p:cNvSpPr>
          <p:nvPr/>
        </p:nvSpPr>
        <p:spPr bwMode="auto">
          <a:xfrm>
            <a:off x="5832475" y="9894888"/>
            <a:ext cx="3243263" cy="295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9288" tIns="39644" rIns="79288" bIns="39644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84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74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6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5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s-VE" altLang="es-VE" sz="1400">
                <a:solidFill>
                  <a:srgbClr val="000000"/>
                </a:solidFill>
                <a:latin typeface="Andalus" pitchFamily="18" charset="-78"/>
                <a:cs typeface="Andalus" pitchFamily="18" charset="-78"/>
              </a:rPr>
              <a:t>Instructor Dojo Kibo </a:t>
            </a:r>
          </a:p>
        </p:txBody>
      </p:sp>
      <p:cxnSp>
        <p:nvCxnSpPr>
          <p:cNvPr id="47" name="46 Conector recto"/>
          <p:cNvCxnSpPr/>
          <p:nvPr/>
        </p:nvCxnSpPr>
        <p:spPr>
          <a:xfrm>
            <a:off x="6373813" y="9710738"/>
            <a:ext cx="2159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58" name="4 Rectángulo"/>
          <p:cNvSpPr>
            <a:spLocks noChangeArrowheads="1"/>
          </p:cNvSpPr>
          <p:nvPr/>
        </p:nvSpPr>
        <p:spPr bwMode="auto">
          <a:xfrm>
            <a:off x="6275388" y="9732963"/>
            <a:ext cx="2355850" cy="295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9288" tIns="39644" rIns="79288" bIns="39644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84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74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6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5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s-VE" altLang="ja-JP" sz="1400" b="1">
                <a:solidFill>
                  <a:srgbClr val="000000"/>
                </a:solidFill>
                <a:latin typeface="Andalus" pitchFamily="18" charset="-78"/>
                <a:cs typeface="Andalus" pitchFamily="18" charset="-78"/>
              </a:rPr>
              <a:t>Sensei Leonardo Díaz</a:t>
            </a:r>
            <a:endParaRPr lang="es-VE" altLang="es-VE" sz="1400" b="1">
              <a:solidFill>
                <a:srgbClr val="000000"/>
              </a:solidFill>
              <a:latin typeface="Andalus" pitchFamily="18" charset="-78"/>
              <a:ea typeface="ＭＳ Ｐゴシック" pitchFamily="34" charset="-128"/>
              <a:cs typeface="Andalus" pitchFamily="18" charset="-78"/>
            </a:endParaRPr>
          </a:p>
        </p:txBody>
      </p:sp>
      <p:cxnSp>
        <p:nvCxnSpPr>
          <p:cNvPr id="49" name="48 Conector recto"/>
          <p:cNvCxnSpPr/>
          <p:nvPr/>
        </p:nvCxnSpPr>
        <p:spPr>
          <a:xfrm>
            <a:off x="8126413" y="9972675"/>
            <a:ext cx="50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60" name="6 Rectángulo"/>
          <p:cNvSpPr>
            <a:spLocks noChangeArrowheads="1"/>
          </p:cNvSpPr>
          <p:nvPr/>
        </p:nvSpPr>
        <p:spPr bwMode="auto">
          <a:xfrm>
            <a:off x="3854450" y="9894888"/>
            <a:ext cx="2174875" cy="941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9288" tIns="39644" rIns="79288" bIns="39644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84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74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6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5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 typeface="Arial" charset="0"/>
              <a:buNone/>
            </a:pPr>
            <a:r>
              <a:rPr lang="es-VE" altLang="es-VE" sz="1400">
                <a:solidFill>
                  <a:srgbClr val="000000"/>
                </a:solidFill>
                <a:latin typeface="Andalus" pitchFamily="18" charset="-78"/>
                <a:cs typeface="Andalus" pitchFamily="18" charset="-78"/>
              </a:rPr>
              <a:t>Vice presidente de Organización Kokusai Shito Ryu Karate Do Ocoa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s-VE" altLang="es-VE" sz="1400">
                <a:solidFill>
                  <a:srgbClr val="000000"/>
                </a:solidFill>
                <a:latin typeface="Andalus" pitchFamily="18" charset="-78"/>
                <a:cs typeface="Andalus" pitchFamily="18" charset="-78"/>
              </a:rPr>
              <a:t> </a:t>
            </a:r>
          </a:p>
        </p:txBody>
      </p:sp>
      <p:cxnSp>
        <p:nvCxnSpPr>
          <p:cNvPr id="32" name="31 Conector recto"/>
          <p:cNvCxnSpPr/>
          <p:nvPr/>
        </p:nvCxnSpPr>
        <p:spPr>
          <a:xfrm>
            <a:off x="3862388" y="9710738"/>
            <a:ext cx="2159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62" name="4 Rectángulo"/>
          <p:cNvSpPr>
            <a:spLocks noChangeArrowheads="1"/>
          </p:cNvSpPr>
          <p:nvPr/>
        </p:nvSpPr>
        <p:spPr bwMode="auto">
          <a:xfrm>
            <a:off x="3763963" y="9731375"/>
            <a:ext cx="2355850" cy="298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9288" tIns="39644" rIns="79288" bIns="39644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84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74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6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5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s-VE" altLang="es-VE" sz="1400" b="1">
                <a:solidFill>
                  <a:srgbClr val="000000"/>
                </a:solidFill>
                <a:latin typeface="Andalus" pitchFamily="18" charset="-78"/>
                <a:cs typeface="Andalus" pitchFamily="18" charset="-78"/>
              </a:rPr>
              <a:t>Sensei Nazareth Tescari</a:t>
            </a:r>
          </a:p>
        </p:txBody>
      </p:sp>
      <p:pic>
        <p:nvPicPr>
          <p:cNvPr id="10263" name="Picture 2" descr="C:\Users\User\Downloads\Firma Orlando Coa.png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548063" y="7464425"/>
            <a:ext cx="1073150" cy="636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64" name="Picture 5" descr="J:\Karate\KOKUSAI SHITO RYU OCOA\Firma Orlando Coa.jpg"/>
          <p:cNvPicPr>
            <a:picLocks noChangeAspect="1" noChangeArrowheads="1"/>
          </p:cNvPicPr>
          <p:nvPr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68425" y="8893175"/>
            <a:ext cx="1912938" cy="1150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65" name="Picture 10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97" t="7372" b="3397"/>
          <a:stretch>
            <a:fillRect/>
          </a:stretch>
        </p:blipFill>
        <p:spPr bwMode="auto">
          <a:xfrm>
            <a:off x="2968625" y="8027988"/>
            <a:ext cx="1366838" cy="12366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34" name="33 Conector recto"/>
          <p:cNvCxnSpPr/>
          <p:nvPr/>
        </p:nvCxnSpPr>
        <p:spPr>
          <a:xfrm>
            <a:off x="1393825" y="9710738"/>
            <a:ext cx="2159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67" name="1 Rectángulo"/>
          <p:cNvSpPr>
            <a:spLocks noChangeArrowheads="1"/>
          </p:cNvSpPr>
          <p:nvPr/>
        </p:nvSpPr>
        <p:spPr bwMode="auto">
          <a:xfrm>
            <a:off x="1816100" y="5694363"/>
            <a:ext cx="6176963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8400">
                <a:solidFill>
                  <a:schemeClr val="tx1"/>
                </a:solidFill>
                <a:latin typeface="Calibri" pitchFamily="34" charset="0"/>
              </a:defRPr>
            </a:lvl1pPr>
            <a:lvl2pPr marL="1966913" indent="-757238" eaLnBrk="0" hangingPunct="0">
              <a:spcBef>
                <a:spcPct val="20000"/>
              </a:spcBef>
              <a:buFont typeface="Arial" charset="0"/>
              <a:buChar char="–"/>
              <a:defRPr sz="7400">
                <a:solidFill>
                  <a:schemeClr val="tx1"/>
                </a:solidFill>
                <a:latin typeface="Calibri" pitchFamily="34" charset="0"/>
              </a:defRPr>
            </a:lvl2pPr>
            <a:lvl3pPr marL="3028950" indent="-604838" eaLnBrk="0" hangingPunct="0">
              <a:spcBef>
                <a:spcPct val="20000"/>
              </a:spcBef>
              <a:buFont typeface="Arial" charset="0"/>
              <a:buChar char="•"/>
              <a:defRPr sz="6400">
                <a:solidFill>
                  <a:schemeClr val="tx1"/>
                </a:solidFill>
                <a:latin typeface="Calibri" pitchFamily="34" charset="0"/>
              </a:defRPr>
            </a:lvl3pPr>
            <a:lvl4pPr marL="4238625" indent="-604838" eaLnBrk="0" hangingPunct="0">
              <a:spcBef>
                <a:spcPct val="20000"/>
              </a:spcBef>
              <a:buFont typeface="Arial" charset="0"/>
              <a:buChar char="–"/>
              <a:defRPr sz="5200">
                <a:solidFill>
                  <a:schemeClr val="tx1"/>
                </a:solidFill>
                <a:latin typeface="Calibri" pitchFamily="34" charset="0"/>
              </a:defRPr>
            </a:lvl4pPr>
            <a:lvl5pPr marL="5451475" indent="-604838" eaLnBrk="0" hangingPunct="0">
              <a:spcBef>
                <a:spcPct val="20000"/>
              </a:spcBef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5pPr>
            <a:lvl6pPr marL="5908675" indent="-604838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6pPr>
            <a:lvl7pPr marL="6365875" indent="-604838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7pPr>
            <a:lvl8pPr marL="6823075" indent="-604838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8pPr>
            <a:lvl9pPr marL="7280275" indent="-604838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 typeface="Arial" charset="0"/>
              <a:buNone/>
            </a:pPr>
            <a:r>
              <a:rPr lang="es-VE" altLang="es-VE" sz="2400">
                <a:solidFill>
                  <a:srgbClr val="000000"/>
                </a:solidFill>
                <a:latin typeface="Acanthus Black SSi" pitchFamily="18" charset="0"/>
                <a:cs typeface="Times New Roman" pitchFamily="18" charset="0"/>
              </a:rPr>
              <a:t>{{cedula}}</a:t>
            </a:r>
            <a:endParaRPr lang="es-VE" altLang="es-VE" sz="1200">
              <a:solidFill>
                <a:srgbClr val="000000"/>
              </a:solidFill>
              <a:latin typeface="Acanthus Black SSi" pitchFamily="18" charset="0"/>
            </a:endParaRPr>
          </a:p>
        </p:txBody>
      </p:sp>
      <p:sp>
        <p:nvSpPr>
          <p:cNvPr id="10268" name="1 Rectángulo"/>
          <p:cNvSpPr>
            <a:spLocks noChangeArrowheads="1"/>
          </p:cNvSpPr>
          <p:nvPr/>
        </p:nvSpPr>
        <p:spPr bwMode="auto">
          <a:xfrm>
            <a:off x="1152525" y="4772025"/>
            <a:ext cx="7545388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8400">
                <a:solidFill>
                  <a:schemeClr val="tx1"/>
                </a:solidFill>
                <a:latin typeface="Calibri" pitchFamily="34" charset="0"/>
              </a:defRPr>
            </a:lvl1pPr>
            <a:lvl2pPr marL="1966913" indent="-757238" eaLnBrk="0" hangingPunct="0">
              <a:spcBef>
                <a:spcPct val="20000"/>
              </a:spcBef>
              <a:buFont typeface="Arial" charset="0"/>
              <a:buChar char="–"/>
              <a:defRPr sz="7400">
                <a:solidFill>
                  <a:schemeClr val="tx1"/>
                </a:solidFill>
                <a:latin typeface="Calibri" pitchFamily="34" charset="0"/>
              </a:defRPr>
            </a:lvl2pPr>
            <a:lvl3pPr marL="3028950" indent="-604838" eaLnBrk="0" hangingPunct="0">
              <a:spcBef>
                <a:spcPct val="20000"/>
              </a:spcBef>
              <a:buFont typeface="Arial" charset="0"/>
              <a:buChar char="•"/>
              <a:defRPr sz="6400">
                <a:solidFill>
                  <a:schemeClr val="tx1"/>
                </a:solidFill>
                <a:latin typeface="Calibri" pitchFamily="34" charset="0"/>
              </a:defRPr>
            </a:lvl3pPr>
            <a:lvl4pPr marL="4238625" indent="-604838" eaLnBrk="0" hangingPunct="0">
              <a:spcBef>
                <a:spcPct val="20000"/>
              </a:spcBef>
              <a:buFont typeface="Arial" charset="0"/>
              <a:buChar char="–"/>
              <a:defRPr sz="5200">
                <a:solidFill>
                  <a:schemeClr val="tx1"/>
                </a:solidFill>
                <a:latin typeface="Calibri" pitchFamily="34" charset="0"/>
              </a:defRPr>
            </a:lvl4pPr>
            <a:lvl5pPr marL="5451475" indent="-604838" eaLnBrk="0" hangingPunct="0">
              <a:spcBef>
                <a:spcPct val="20000"/>
              </a:spcBef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5pPr>
            <a:lvl6pPr marL="5908675" indent="-604838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6pPr>
            <a:lvl7pPr marL="6365875" indent="-604838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7pPr>
            <a:lvl8pPr marL="6823075" indent="-604838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8pPr>
            <a:lvl9pPr marL="7280275" indent="-604838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 typeface="Arial" charset="0"/>
              <a:buNone/>
            </a:pPr>
            <a:r>
              <a:rPr lang="es-MX" altLang="es-VE" sz="6000" b="1">
                <a:solidFill>
                  <a:srgbClr val="000000"/>
                </a:solidFill>
                <a:latin typeface="Elegans Script SSi" pitchFamily="18" charset="0"/>
                <a:cs typeface="Times New Roman" pitchFamily="18" charset="0"/>
              </a:rPr>
              <a:t>{{Nombre_Alumno}}</a:t>
            </a:r>
            <a:endParaRPr lang="es-VE" altLang="es-VE" sz="1200">
              <a:solidFill>
                <a:srgbClr val="000000"/>
              </a:solidFill>
              <a:latin typeface="Acanthus Black SSi" pitchFamily="18" charset="0"/>
            </a:endParaRPr>
          </a:p>
        </p:txBody>
      </p:sp>
      <p:sp>
        <p:nvSpPr>
          <p:cNvPr id="39" name="20 CuadroTexto"/>
          <p:cNvSpPr txBox="1">
            <a:spLocks noChangeArrowheads="1"/>
          </p:cNvSpPr>
          <p:nvPr/>
        </p:nvSpPr>
        <p:spPr bwMode="auto">
          <a:xfrm>
            <a:off x="1125538" y="6156325"/>
            <a:ext cx="7545387" cy="1373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9288" tIns="39644" rIns="79288" bIns="39644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8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7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6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5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5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1665605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5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1665605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5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1665605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5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1665605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5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defTabSz="1665605" eaLnBrk="1" hangingPunct="1">
              <a:spcBef>
                <a:spcPct val="0"/>
              </a:spcBef>
              <a:buFontTx/>
              <a:buNone/>
              <a:defRPr/>
            </a:pPr>
            <a:r>
              <a:rPr lang="es-VE" altLang="es-VE" sz="24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s-VE" altLang="es-VE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Por haber cumplido los requisitos exigidos           por  esta Organización y en Virtud de su                       Progreso se le Otorga el Grado de:</a:t>
            </a:r>
            <a:endParaRPr lang="es-VE" altLang="es-VE" sz="3200" i="1" dirty="0" smtClean="0">
              <a:solidFill>
                <a:schemeClr val="bg1">
                  <a:lumMod val="8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270" name="20 CuadroTexto"/>
          <p:cNvSpPr txBox="1">
            <a:spLocks noChangeArrowheads="1"/>
          </p:cNvSpPr>
          <p:nvPr/>
        </p:nvSpPr>
        <p:spPr bwMode="auto">
          <a:xfrm>
            <a:off x="1027113" y="7431088"/>
            <a:ext cx="7545387" cy="573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9288" tIns="39644" rIns="79288" bIns="39644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8400">
                <a:solidFill>
                  <a:schemeClr val="tx1"/>
                </a:solidFill>
                <a:latin typeface="Calibri" pitchFamily="34" charset="0"/>
              </a:defRPr>
            </a:lvl1pPr>
            <a:lvl2pPr marL="1966913" indent="-757238" eaLnBrk="0" hangingPunct="0">
              <a:spcBef>
                <a:spcPct val="20000"/>
              </a:spcBef>
              <a:buFont typeface="Arial" charset="0"/>
              <a:buChar char="–"/>
              <a:defRPr sz="7400">
                <a:solidFill>
                  <a:schemeClr val="tx1"/>
                </a:solidFill>
                <a:latin typeface="Calibri" pitchFamily="34" charset="0"/>
              </a:defRPr>
            </a:lvl2pPr>
            <a:lvl3pPr marL="3028950" indent="-604838" eaLnBrk="0" hangingPunct="0">
              <a:spcBef>
                <a:spcPct val="20000"/>
              </a:spcBef>
              <a:buFont typeface="Arial" charset="0"/>
              <a:buChar char="•"/>
              <a:defRPr sz="6400">
                <a:solidFill>
                  <a:schemeClr val="tx1"/>
                </a:solidFill>
                <a:latin typeface="Calibri" pitchFamily="34" charset="0"/>
              </a:defRPr>
            </a:lvl3pPr>
            <a:lvl4pPr marL="4238625" indent="-604838" eaLnBrk="0" hangingPunct="0">
              <a:spcBef>
                <a:spcPct val="20000"/>
              </a:spcBef>
              <a:buFont typeface="Arial" charset="0"/>
              <a:buChar char="–"/>
              <a:defRPr sz="5200">
                <a:solidFill>
                  <a:schemeClr val="tx1"/>
                </a:solidFill>
                <a:latin typeface="Calibri" pitchFamily="34" charset="0"/>
              </a:defRPr>
            </a:lvl4pPr>
            <a:lvl5pPr marL="5451475" indent="-604838" eaLnBrk="0" hangingPunct="0">
              <a:spcBef>
                <a:spcPct val="20000"/>
              </a:spcBef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5pPr>
            <a:lvl6pPr marL="5908675" indent="-604838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6pPr>
            <a:lvl7pPr marL="6365875" indent="-604838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7pPr>
            <a:lvl8pPr marL="6823075" indent="-604838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8pPr>
            <a:lvl9pPr marL="7280275" indent="-604838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s-VE" altLang="es-VE" sz="3200" b="1" i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{{grado_español}}</a:t>
            </a:r>
            <a:endParaRPr lang="es-VE" altLang="es-VE" sz="3200" i="1">
              <a:solidFill>
                <a:srgbClr val="000000"/>
              </a:solidFill>
              <a:latin typeface="Times New Roman" pitchFamily="18" charset="0"/>
              <a:ea typeface="Times New Roman" pitchFamily="18" charset="0"/>
            </a:endParaRPr>
          </a:p>
        </p:txBody>
      </p:sp>
      <p:sp>
        <p:nvSpPr>
          <p:cNvPr id="10271" name="74 Rectángulo"/>
          <p:cNvSpPr>
            <a:spLocks noChangeArrowheads="1"/>
          </p:cNvSpPr>
          <p:nvPr/>
        </p:nvSpPr>
        <p:spPr bwMode="auto">
          <a:xfrm>
            <a:off x="5883275" y="8362950"/>
            <a:ext cx="2951163" cy="341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9288" tIns="39644" rIns="79288" bIns="39644">
            <a:spAutoFit/>
          </a:bodyPr>
          <a:lstStyle>
            <a:lvl1pPr eaLnBrk="0" hangingPunct="0">
              <a:defRPr sz="33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33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33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33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33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1665288"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1665288"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1665288"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1665288"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s-VE" altLang="es-VE" sz="1700" i="1">
                <a:latin typeface="Times New Roman" pitchFamily="18" charset="0"/>
                <a:cs typeface="Times New Roman" pitchFamily="18" charset="0"/>
              </a:rPr>
              <a:t>Registro N°:</a:t>
            </a:r>
            <a:endParaRPr lang="es-VE" altLang="es-VE" sz="2900"/>
          </a:p>
        </p:txBody>
      </p:sp>
      <p:sp>
        <p:nvSpPr>
          <p:cNvPr id="10272" name="74 Rectángulo"/>
          <p:cNvSpPr>
            <a:spLocks noChangeArrowheads="1"/>
          </p:cNvSpPr>
          <p:nvPr/>
        </p:nvSpPr>
        <p:spPr bwMode="auto">
          <a:xfrm>
            <a:off x="5878513" y="8101013"/>
            <a:ext cx="2951162" cy="341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9288" tIns="39644" rIns="79288" bIns="39644">
            <a:spAutoFit/>
          </a:bodyPr>
          <a:lstStyle>
            <a:lvl1pPr eaLnBrk="0" hangingPunct="0">
              <a:defRPr sz="33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33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33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33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33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1665288"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1665288"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1665288"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1665288"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s-VE" altLang="es-VE" sz="1700" i="1">
                <a:latin typeface="Times New Roman" pitchFamily="18" charset="0"/>
                <a:cs typeface="Times New Roman" pitchFamily="18" charset="0"/>
              </a:rPr>
              <a:t>{{ciudad_fecha}}</a:t>
            </a:r>
          </a:p>
        </p:txBody>
      </p:sp>
      <p:sp>
        <p:nvSpPr>
          <p:cNvPr id="10273" name="74 Rectángulo"/>
          <p:cNvSpPr>
            <a:spLocks noChangeArrowheads="1"/>
          </p:cNvSpPr>
          <p:nvPr/>
        </p:nvSpPr>
        <p:spPr bwMode="auto">
          <a:xfrm>
            <a:off x="7004050" y="8361363"/>
            <a:ext cx="1987550" cy="34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9288" tIns="39644" rIns="79288" bIns="39644">
            <a:spAutoFit/>
          </a:bodyPr>
          <a:lstStyle>
            <a:lvl1pPr eaLnBrk="0" hangingPunct="0">
              <a:defRPr sz="33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33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33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33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33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1665288"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1665288"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1665288"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1665288"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s-VE" altLang="es-VE" sz="1700" i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{{registro}}</a:t>
            </a:r>
            <a:endParaRPr lang="es-VE" altLang="es-VE" sz="2900"/>
          </a:p>
        </p:txBody>
      </p:sp>
      <p:sp>
        <p:nvSpPr>
          <p:cNvPr id="46" name="45 CuadroTexto"/>
          <p:cNvSpPr txBox="1"/>
          <p:nvPr/>
        </p:nvSpPr>
        <p:spPr>
          <a:xfrm>
            <a:off x="10668147" y="2515766"/>
            <a:ext cx="1391231" cy="2560563"/>
          </a:xfrm>
          <a:prstGeom prst="rect">
            <a:avLst/>
          </a:prstGeom>
          <a:noFill/>
        </p:spPr>
        <p:txBody>
          <a:bodyPr vert="wordArtVert" lIns="79288" tIns="39644" rIns="79288" bIns="39644">
            <a:spAutoFit/>
          </a:bodyPr>
          <a:lstStyle/>
          <a:p>
            <a:pPr algn="dist" defTabSz="1443990">
              <a:defRPr/>
            </a:pPr>
            <a:r>
              <a:rPr lang="es-MX" altLang="es-VE" sz="8000" dirty="0">
                <a:latin typeface="EPSON 太行書体Ｂ" panose="03000709000000000000" pitchFamily="65" charset="-128"/>
                <a:ea typeface="EPSON 太行書体Ｂ" panose="03000709000000000000" pitchFamily="65" charset="-128"/>
                <a:cs typeface="Arial" panose="020B0604020202020204" pitchFamily="34" charset="0"/>
              </a:rPr>
              <a:t>{k}</a:t>
            </a:r>
            <a:endParaRPr lang="es-VE" altLang="es-VE" sz="8000" dirty="0">
              <a:latin typeface="EPSON 太行書体Ｂ" panose="03000709000000000000" pitchFamily="65" charset="-128"/>
              <a:ea typeface="EPSON 太行書体Ｂ" panose="03000709000000000000" pitchFamily="65" charset="-128"/>
              <a:cs typeface="Arial" panose="020B0604020202020204" pitchFamily="34" charset="0"/>
            </a:endParaRPr>
          </a:p>
        </p:txBody>
      </p:sp>
      <p:sp>
        <p:nvSpPr>
          <p:cNvPr id="10276" name="88 CuadroTexto"/>
          <p:cNvSpPr txBox="1">
            <a:spLocks noChangeArrowheads="1"/>
          </p:cNvSpPr>
          <p:nvPr/>
        </p:nvSpPr>
        <p:spPr bwMode="auto">
          <a:xfrm>
            <a:off x="13249275" y="2052638"/>
            <a:ext cx="990600" cy="8866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eaVert" lIns="79288" tIns="39644" rIns="79288" bIns="39644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8400">
                <a:solidFill>
                  <a:schemeClr val="tx1"/>
                </a:solidFill>
                <a:latin typeface="Calibri" pitchFamily="34" charset="0"/>
              </a:defRPr>
            </a:lvl1pPr>
            <a:lvl2pPr marL="1966913" indent="-757238" eaLnBrk="0" hangingPunct="0">
              <a:spcBef>
                <a:spcPct val="20000"/>
              </a:spcBef>
              <a:buFont typeface="Arial" charset="0"/>
              <a:buChar char="–"/>
              <a:defRPr sz="7400">
                <a:solidFill>
                  <a:schemeClr val="tx1"/>
                </a:solidFill>
                <a:latin typeface="Calibri" pitchFamily="34" charset="0"/>
              </a:defRPr>
            </a:lvl2pPr>
            <a:lvl3pPr marL="3028950" indent="-604838" eaLnBrk="0" hangingPunct="0">
              <a:spcBef>
                <a:spcPct val="20000"/>
              </a:spcBef>
              <a:buFont typeface="Arial" charset="0"/>
              <a:buChar char="•"/>
              <a:defRPr sz="6400">
                <a:solidFill>
                  <a:schemeClr val="tx1"/>
                </a:solidFill>
                <a:latin typeface="Calibri" pitchFamily="34" charset="0"/>
              </a:defRPr>
            </a:lvl3pPr>
            <a:lvl4pPr marL="4238625" indent="-604838" eaLnBrk="0" hangingPunct="0">
              <a:spcBef>
                <a:spcPct val="20000"/>
              </a:spcBef>
              <a:buFont typeface="Arial" charset="0"/>
              <a:buChar char="–"/>
              <a:defRPr sz="5200">
                <a:solidFill>
                  <a:schemeClr val="tx1"/>
                </a:solidFill>
                <a:latin typeface="Calibri" pitchFamily="34" charset="0"/>
              </a:defRPr>
            </a:lvl4pPr>
            <a:lvl5pPr marL="5451475" indent="-604838" eaLnBrk="0" hangingPunct="0">
              <a:spcBef>
                <a:spcPct val="20000"/>
              </a:spcBef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5pPr>
            <a:lvl6pPr marL="5908675" indent="-604838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6pPr>
            <a:lvl7pPr marL="6365875" indent="-604838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7pPr>
            <a:lvl8pPr marL="6823075" indent="-604838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8pPr>
            <a:lvl9pPr marL="7280275" indent="-604838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s-MX" altLang="ja-JP" sz="5400">
                <a:solidFill>
                  <a:srgbClr val="000000"/>
                </a:solidFill>
                <a:latin typeface="EPSON 太行書体Ｂ" pitchFamily="65" charset="-128"/>
                <a:ea typeface="EPSON 太行書体Ｂ" pitchFamily="65" charset="-128"/>
              </a:rPr>
              <a:t>{{nombre_katakana}}</a:t>
            </a:r>
            <a:endParaRPr lang="es-VE" altLang="ja-JP" sz="5400">
              <a:solidFill>
                <a:srgbClr val="000000"/>
              </a:solidFill>
              <a:latin typeface="EPSON 太行書体Ｂ" pitchFamily="65" charset="-128"/>
              <a:ea typeface="EPSON 太行書体Ｂ" pitchFamily="65" charset="-128"/>
            </a:endParaRPr>
          </a:p>
        </p:txBody>
      </p:sp>
      <p:sp>
        <p:nvSpPr>
          <p:cNvPr id="10277" name="82 CuadroTexto"/>
          <p:cNvSpPr txBox="1">
            <a:spLocks noChangeArrowheads="1"/>
          </p:cNvSpPr>
          <p:nvPr/>
        </p:nvSpPr>
        <p:spPr bwMode="auto">
          <a:xfrm>
            <a:off x="10369550" y="4356100"/>
            <a:ext cx="590550" cy="4392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eaVert" lIns="79288" tIns="39644" rIns="79288" bIns="39644" anchor="ctr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8400">
                <a:solidFill>
                  <a:schemeClr val="tx1"/>
                </a:solidFill>
                <a:latin typeface="Calibri" pitchFamily="34" charset="0"/>
              </a:defRPr>
            </a:lvl1pPr>
            <a:lvl2pPr marL="1966913" indent="-757238" eaLnBrk="0" hangingPunct="0">
              <a:spcBef>
                <a:spcPct val="20000"/>
              </a:spcBef>
              <a:buFont typeface="Arial" charset="0"/>
              <a:buChar char="–"/>
              <a:defRPr sz="7400">
                <a:solidFill>
                  <a:schemeClr val="tx1"/>
                </a:solidFill>
                <a:latin typeface="Calibri" pitchFamily="34" charset="0"/>
              </a:defRPr>
            </a:lvl2pPr>
            <a:lvl3pPr marL="3028950" indent="-604838" eaLnBrk="0" hangingPunct="0">
              <a:spcBef>
                <a:spcPct val="20000"/>
              </a:spcBef>
              <a:buFont typeface="Arial" charset="0"/>
              <a:buChar char="•"/>
              <a:defRPr sz="6400">
                <a:solidFill>
                  <a:schemeClr val="tx1"/>
                </a:solidFill>
                <a:latin typeface="Calibri" pitchFamily="34" charset="0"/>
              </a:defRPr>
            </a:lvl3pPr>
            <a:lvl4pPr marL="4238625" indent="-604838" eaLnBrk="0" hangingPunct="0">
              <a:spcBef>
                <a:spcPct val="20000"/>
              </a:spcBef>
              <a:buFont typeface="Arial" charset="0"/>
              <a:buChar char="–"/>
              <a:defRPr sz="5200">
                <a:solidFill>
                  <a:schemeClr val="tx1"/>
                </a:solidFill>
                <a:latin typeface="Calibri" pitchFamily="34" charset="0"/>
              </a:defRPr>
            </a:lvl4pPr>
            <a:lvl5pPr marL="5451475" indent="-604838" eaLnBrk="0" hangingPunct="0">
              <a:spcBef>
                <a:spcPct val="20000"/>
              </a:spcBef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5pPr>
            <a:lvl6pPr marL="5908675" indent="-604838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6pPr>
            <a:lvl7pPr marL="6365875" indent="-604838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7pPr>
            <a:lvl8pPr marL="6823075" indent="-604838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8pPr>
            <a:lvl9pPr marL="7280275" indent="-604838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MX" altLang="ja-JP" sz="2800">
                <a:solidFill>
                  <a:srgbClr val="000000"/>
                </a:solidFill>
                <a:latin typeface="EPSON 太行書体Ｂ" pitchFamily="65" charset="-128"/>
                <a:ea typeface="EPSON 太行書体Ｂ" pitchFamily="65" charset="-128"/>
              </a:rPr>
              <a:t>{{fecha_japonesa}}</a:t>
            </a:r>
            <a:endParaRPr lang="es-VE" altLang="es-VE" sz="2800">
              <a:solidFill>
                <a:srgbClr val="000000"/>
              </a:solidFill>
              <a:latin typeface="EPSON 太行書体Ｂ" pitchFamily="65" charset="-128"/>
              <a:ea typeface="EPSON 太行書体Ｂ" pitchFamily="65" charset="-128"/>
            </a:endParaRPr>
          </a:p>
        </p:txBody>
      </p:sp>
      <p:sp>
        <p:nvSpPr>
          <p:cNvPr id="51" name="50 CuadroTexto"/>
          <p:cNvSpPr txBox="1"/>
          <p:nvPr/>
        </p:nvSpPr>
        <p:spPr>
          <a:xfrm>
            <a:off x="10656985" y="5076329"/>
            <a:ext cx="1356991" cy="5134992"/>
          </a:xfrm>
          <a:prstGeom prst="rect">
            <a:avLst/>
          </a:prstGeom>
          <a:noFill/>
        </p:spPr>
        <p:txBody>
          <a:bodyPr vert="wordArtVert" lIns="79288" tIns="39644" rIns="79288" bIns="39644">
            <a:spAutoFit/>
          </a:bodyPr>
          <a:lstStyle/>
          <a:p>
            <a:pPr algn="dist" defTabSz="1443990">
              <a:defRPr/>
            </a:pPr>
            <a:r>
              <a:rPr lang="ja-JP" altLang="es-VE" sz="8000" dirty="0">
                <a:latin typeface="EPSON 太行書体Ｂ" panose="03000709000000000000" pitchFamily="65" charset="-128"/>
                <a:ea typeface="EPSON 太行書体Ｂ" panose="03000709000000000000" pitchFamily="65" charset="-128"/>
                <a:cs typeface="Arial" panose="020B0604020202020204" pitchFamily="34" charset="0"/>
              </a:rPr>
              <a:t>二允許ス</a:t>
            </a:r>
            <a:endParaRPr lang="es-VE" altLang="es-VE" sz="8000" dirty="0">
              <a:latin typeface="EPSON 太行書体Ｂ" panose="03000709000000000000" pitchFamily="65" charset="-128"/>
              <a:ea typeface="EPSON 太行書体Ｂ" panose="03000709000000000000" pitchFamily="65" charset="-128"/>
              <a:cs typeface="Arial" panose="020B0604020202020204" pitchFamily="34" charset="0"/>
            </a:endParaRPr>
          </a:p>
        </p:txBody>
      </p:sp>
      <p:sp>
        <p:nvSpPr>
          <p:cNvPr id="42" name="41 Rectángulo"/>
          <p:cNvSpPr/>
          <p:nvPr/>
        </p:nvSpPr>
        <p:spPr>
          <a:xfrm>
            <a:off x="15121482" y="3060105"/>
            <a:ext cx="432048" cy="954107"/>
          </a:xfrm>
          <a:prstGeom prst="rect">
            <a:avLst/>
          </a:prstGeom>
          <a:ln>
            <a:noFill/>
          </a:ln>
        </p:spPr>
        <p:txBody>
          <a:bodyPr>
            <a:spAutoFit/>
          </a:bodyPr>
          <a:lstStyle/>
          <a:p>
            <a:pPr marL="0" marR="0" lvl="0" indent="0" algn="ctr" defTabSz="166560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s-MX" altLang="ja-JP" sz="2400" spc="-300" smtClean="0">
                <a:ln w="6350">
                  <a:solidFill>
                    <a:prstClr val="black"/>
                  </a:solidFill>
                </a:ln>
                <a:latin typeface="EPSON 太行書体Ｂ" panose="03000709000000000000" pitchFamily="65" charset="-128"/>
                <a:ea typeface="EPSON 太行書体Ｂ" panose="03000709000000000000" pitchFamily="65" charset="-128"/>
                <a:cs typeface="Arial" panose="020B0604020202020204" pitchFamily="34" charset="0"/>
              </a:rPr>
              <a:t>{cd}</a:t>
            </a:r>
            <a:r>
              <a:rPr kumimoji="0" lang="ja-JP" altLang="es-VE" sz="3200" b="0" i="0" u="none" strike="noStrike" kern="1200" cap="none" spc="0" normalizeH="0" baseline="0" noProof="0" dirty="0" smtClean="0">
                <a:ln w="6350">
                  <a:solidFill>
                    <a:prstClr val="black"/>
                  </a:solidFill>
                </a:ln>
                <a:effectLst/>
                <a:uLnTx/>
                <a:uFillTx/>
                <a:latin typeface="Batang" panose="02030600000101010101" pitchFamily="18" charset="-127"/>
                <a:ea typeface="イワタ行書" pitchFamily="1" charset="-128"/>
                <a:cs typeface="Arial" panose="020B0604020202020204" pitchFamily="34" charset="0"/>
              </a:rPr>
              <a:t>　</a:t>
            </a:r>
            <a:endParaRPr kumimoji="0" lang="es-VE" sz="3200" b="0" i="0" u="none" strike="noStrike" kern="1200" cap="none" spc="0" normalizeH="0" baseline="0" noProof="0" dirty="0">
              <a:ln w="6350">
                <a:solidFill>
                  <a:prstClr val="black"/>
                </a:solidFill>
              </a:ln>
              <a:effectLst/>
              <a:uLnTx/>
              <a:uFillTx/>
              <a:latin typeface="Batang" panose="02030600000101010101" pitchFamily="18" charset="-127"/>
              <a:ea typeface="イワタ行書" pitchFamily="1" charset="-128"/>
              <a:cs typeface="Arial" panose="020B0604020202020204" pitchFamily="34" charset="0"/>
            </a:endParaRPr>
          </a:p>
        </p:txBody>
      </p:sp>
      <p:sp>
        <p:nvSpPr>
          <p:cNvPr id="43" name="42 Rectángulo"/>
          <p:cNvSpPr/>
          <p:nvPr/>
        </p:nvSpPr>
        <p:spPr>
          <a:xfrm>
            <a:off x="15121482" y="2708256"/>
            <a:ext cx="432048" cy="954107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marR="0" lvl="0" indent="0" algn="ctr" defTabSz="166560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ja-JP" altLang="es-VE" sz="2400" b="0" i="0" u="none" strike="noStrike" kern="1200" cap="none" spc="-300" normalizeH="0" baseline="0" noProof="0" dirty="0" smtClean="0">
                <a:ln w="6350">
                  <a:solidFill>
                    <a:prstClr val="black"/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EPSON 太行書体Ｂ" panose="03000709000000000000" pitchFamily="65" charset="-128"/>
                <a:ea typeface="EPSON 太行書体Ｂ" panose="03000709000000000000" pitchFamily="65" charset="-128"/>
                <a:cs typeface="Arial" panose="020B0604020202020204" pitchFamily="34" charset="0"/>
              </a:rPr>
              <a:t>第</a:t>
            </a:r>
            <a:r>
              <a:rPr kumimoji="0" lang="ja-JP" altLang="es-VE" sz="3200" b="0" i="0" u="none" strike="noStrike" kern="1200" cap="none" spc="0" normalizeH="0" baseline="0" noProof="0" dirty="0">
                <a:ln w="6350">
                  <a:solidFill>
                    <a:prstClr val="black"/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Batang" panose="02030600000101010101" pitchFamily="18" charset="-127"/>
                <a:ea typeface="イワタ行書" pitchFamily="1" charset="-128"/>
                <a:cs typeface="Arial" panose="020B0604020202020204" pitchFamily="34" charset="0"/>
              </a:rPr>
              <a:t>　</a:t>
            </a:r>
            <a:endParaRPr kumimoji="0" lang="es-VE" sz="3200" b="0" i="0" u="none" strike="noStrike" kern="1200" cap="none" spc="0" normalizeH="0" baseline="0" noProof="0" dirty="0">
              <a:ln w="6350">
                <a:solidFill>
                  <a:prstClr val="black"/>
                </a:solidFill>
              </a:ln>
              <a:solidFill>
                <a:prstClr val="black"/>
              </a:solidFill>
              <a:effectLst/>
              <a:uLnTx/>
              <a:uFillTx/>
              <a:latin typeface="Batang" panose="02030600000101010101" pitchFamily="18" charset="-127"/>
              <a:ea typeface="イワタ行書" pitchFamily="1" charset="-128"/>
              <a:cs typeface="Arial" panose="020B0604020202020204" pitchFamily="34" charset="0"/>
            </a:endParaRPr>
          </a:p>
        </p:txBody>
      </p:sp>
      <p:sp>
        <p:nvSpPr>
          <p:cNvPr id="44" name="43 Rectángulo"/>
          <p:cNvSpPr/>
          <p:nvPr/>
        </p:nvSpPr>
        <p:spPr>
          <a:xfrm>
            <a:off x="15125896" y="4554270"/>
            <a:ext cx="432048" cy="954107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marR="0" lvl="0" indent="0" algn="ctr" defTabSz="166560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ja-JP" altLang="es-VE" sz="2400" b="0" i="0" u="none" strike="noStrike" kern="1200" cap="none" spc="-300" normalizeH="0" baseline="0" noProof="0" dirty="0" smtClean="0">
                <a:ln w="6350">
                  <a:solidFill>
                    <a:prstClr val="black"/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EPSON 太行書体Ｂ" panose="03000709000000000000" pitchFamily="65" charset="-128"/>
                <a:ea typeface="EPSON 太行書体Ｂ" panose="03000709000000000000" pitchFamily="65" charset="-128"/>
                <a:cs typeface="Arial" panose="020B0604020202020204" pitchFamily="34" charset="0"/>
              </a:rPr>
              <a:t>号</a:t>
            </a:r>
            <a:r>
              <a:rPr kumimoji="0" lang="ja-JP" altLang="es-VE" sz="3200" b="0" i="0" u="none" strike="noStrike" kern="1200" cap="none" spc="0" normalizeH="0" baseline="0" noProof="0" dirty="0">
                <a:ln w="6350">
                  <a:solidFill>
                    <a:prstClr val="black"/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Batang" panose="02030600000101010101" pitchFamily="18" charset="-127"/>
                <a:ea typeface="イワタ行書" pitchFamily="1" charset="-128"/>
                <a:cs typeface="Arial" panose="020B0604020202020204" pitchFamily="34" charset="0"/>
              </a:rPr>
              <a:t>　</a:t>
            </a:r>
            <a:endParaRPr kumimoji="0" lang="es-VE" sz="3200" b="0" i="0" u="none" strike="noStrike" kern="1200" cap="none" spc="0" normalizeH="0" baseline="0" noProof="0" dirty="0">
              <a:ln w="6350">
                <a:solidFill>
                  <a:prstClr val="black"/>
                </a:solidFill>
              </a:ln>
              <a:solidFill>
                <a:prstClr val="black"/>
              </a:solidFill>
              <a:effectLst/>
              <a:uLnTx/>
              <a:uFillTx/>
              <a:latin typeface="Batang" panose="02030600000101010101" pitchFamily="18" charset="-127"/>
              <a:ea typeface="イワタ行書" pitchFamily="1" charset="-128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86770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3754</TotalTime>
  <Words>136</Words>
  <Application>Microsoft Office PowerPoint</Application>
  <PresentationFormat>Personalizado</PresentationFormat>
  <Paragraphs>30</Paragraphs>
  <Slides>1</Slides>
  <Notes>1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2" baseType="lpstr">
      <vt:lpstr>Tema de Office</vt:lpstr>
      <vt:lpstr>Presentación de PowerPoint</vt:lpstr>
    </vt:vector>
  </TitlesOfParts>
  <Company>Luffi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plantillas modelos Certificado Examen Ocoa</dc:title>
  <dc:creator>César Velásquez</dc:creator>
  <dc:description/>
  <cp:lastModifiedBy>CD y JM</cp:lastModifiedBy>
  <cp:revision>292</cp:revision>
  <cp:lastPrinted>2025-12-13T02:54:15Z</cp:lastPrinted>
  <dcterms:created xsi:type="dcterms:W3CDTF">2009-07-25T14:43:43Z</dcterms:created>
  <dcterms:modified xsi:type="dcterms:W3CDTF">2026-03-07T16:48:19Z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">
    <vt:lpwstr>plantillas modelos Certificado Examen Ocoa</vt:lpwstr>
  </property>
  <property fmtid="{D5CDD505-2E9C-101B-9397-08002B2CF9AE}" pid="3" name="SlideDescription">
    <vt:lpwstr/>
  </property>
</Properties>
</file>