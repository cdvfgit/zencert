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7281525" cy="11880850"/>
  <p:notesSz cx="6858000" cy="9144000"/>
  <p:defaultTextStyle>
    <a:defPPr>
      <a:defRPr lang="es-VE"/>
    </a:defPPr>
    <a:lvl1pPr marL="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326" y="-126"/>
      </p:cViewPr>
      <p:guideLst>
        <p:guide orient="horz" pos="3742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0FB7E-5D6F-49AD-9D51-1410BC210B4A}" type="datetimeFigureOut">
              <a:rPr lang="es-VE" smtClean="0"/>
              <a:t>7/3/2026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685800"/>
            <a:ext cx="4984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B963A-7194-4B23-B591-B5E09B0E8DB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8491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VE" altLang="es-VE" smtClean="0"/>
          </a:p>
        </p:txBody>
      </p:sp>
      <p:sp>
        <p:nvSpPr>
          <p:cNvPr id="2560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E74B673-A493-4078-9086-3C9E21E0F42C}" type="slidenum">
              <a:rPr lang="es-VE" altLang="es-VE"/>
              <a:pPr/>
              <a:t>1</a:t>
            </a:fld>
            <a:endParaRPr lang="es-VE" altLang="es-V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1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5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1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2AC2B-EC05-43E5-A34B-5D9F4D4BBBD3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09B2B-B534-44F1-BCF5-513CC7C664CD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1685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863600" y="476250"/>
            <a:ext cx="15554325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863600" y="2771775"/>
            <a:ext cx="15554325" cy="784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A82714B-139D-4C27-9004-7456C2584241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ct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03C63B8-2D8B-4575-9F0A-3403CD128551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265414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2420938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2pPr>
      <a:lvl3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3pPr>
      <a:lvl4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4pPr>
      <a:lvl5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5pPr>
      <a:lvl6pPr marL="665043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6pPr>
      <a:lvl7pPr marL="1330086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7pPr>
      <a:lvl8pPr marL="1995129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8pPr>
      <a:lvl9pPr marL="2660172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9pPr>
    </p:titleStyle>
    <p:bodyStyle>
      <a:lvl1pPr marL="906463" indent="-906463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6913" indent="-7572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86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6pPr>
      <a:lvl7pPr marL="787783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7pPr>
      <a:lvl8pPr marL="908981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8pPr>
      <a:lvl9pPr marL="1030178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197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95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592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89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7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184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82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796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3 Imagen" descr="marc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" t="2753" r="1453" b="815"/>
          <a:stretch>
            <a:fillRect/>
          </a:stretch>
        </p:blipFill>
        <p:spPr bwMode="auto">
          <a:xfrm>
            <a:off x="144463" y="395288"/>
            <a:ext cx="16956087" cy="1116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15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15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4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国際糸東流空手道オコア協会</a:t>
            </a:r>
            <a:endParaRPr lang="es-VE" altLang="ja-JP" sz="4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5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コアオルランド　錬士</a:t>
            </a:r>
            <a:endParaRPr lang="es-VE" sz="5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>
              <a:defRPr/>
            </a:pP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右者</a:t>
            </a:r>
            <a:r>
              <a:rPr lang="ja-JP" altLang="es-VE" sz="7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糸東流</a:t>
            </a: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空手道</a:t>
            </a:r>
            <a:endParaRPr lang="es-VE" sz="66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3319" name="78 CuadroTexto"/>
          <p:cNvSpPr txBox="1">
            <a:spLocks noChangeArrowheads="1"/>
          </p:cNvSpPr>
          <p:nvPr/>
        </p:nvSpPr>
        <p:spPr bwMode="auto">
          <a:xfrm>
            <a:off x="1196975" y="3852863"/>
            <a:ext cx="74739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800">
                <a:solidFill>
                  <a:srgbClr val="000000"/>
                </a:solidFill>
                <a:latin typeface="Lucida Calligraphy" pitchFamily="66" charset="0"/>
              </a:rPr>
              <a:t>Otorga el presente                                                Certificado A:</a:t>
            </a:r>
          </a:p>
        </p:txBody>
      </p:sp>
      <p:sp>
        <p:nvSpPr>
          <p:cNvPr id="13320" name="10 CuadroTexto"/>
          <p:cNvSpPr txBox="1">
            <a:spLocks noChangeArrowheads="1"/>
          </p:cNvSpPr>
          <p:nvPr/>
        </p:nvSpPr>
        <p:spPr bwMode="auto">
          <a:xfrm>
            <a:off x="1196975" y="2767013"/>
            <a:ext cx="74739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400">
                <a:solidFill>
                  <a:srgbClr val="000000"/>
                </a:solidFill>
                <a:latin typeface="Arial Black" pitchFamily="34" charset="0"/>
              </a:rPr>
              <a:t>ORGANIZACIÓN KOKUSAI SHITO RYU                    KARATE DO OCOA</a:t>
            </a:r>
          </a:p>
        </p:txBody>
      </p:sp>
      <p:sp>
        <p:nvSpPr>
          <p:cNvPr id="2" name="1 Elipse"/>
          <p:cNvSpPr>
            <a:spLocks/>
          </p:cNvSpPr>
          <p:nvPr/>
        </p:nvSpPr>
        <p:spPr>
          <a:xfrm>
            <a:off x="-4465638" y="1370013"/>
            <a:ext cx="1835150" cy="1836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altLang="es-VE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3322" name="78 CuadroTexto"/>
          <p:cNvSpPr txBox="1">
            <a:spLocks noChangeArrowheads="1"/>
          </p:cNvSpPr>
          <p:nvPr/>
        </p:nvSpPr>
        <p:spPr bwMode="auto">
          <a:xfrm>
            <a:off x="1871663" y="3484563"/>
            <a:ext cx="6192837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ccoladeLH" pitchFamily="2" charset="0"/>
              </a:rPr>
              <a:t>Afiliada a la Federación Venezolana de Karate Do</a:t>
            </a:r>
          </a:p>
        </p:txBody>
      </p:sp>
      <p:pic>
        <p:nvPicPr>
          <p:cNvPr id="13323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07950"/>
            <a:ext cx="19446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3" t="29633" r="20988" b="16600"/>
          <a:stretch>
            <a:fillRect/>
          </a:stretch>
        </p:blipFill>
        <p:spPr bwMode="auto">
          <a:xfrm>
            <a:off x="17510125" y="7402513"/>
            <a:ext cx="4222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25" name="88 CuadroTexto"/>
          <p:cNvSpPr txBox="1">
            <a:spLocks noChangeArrowheads="1"/>
          </p:cNvSpPr>
          <p:nvPr/>
        </p:nvSpPr>
        <p:spPr bwMode="auto">
          <a:xfrm>
            <a:off x="17889538" y="5626100"/>
            <a:ext cx="652462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s-VE" sz="32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ウ</a:t>
            </a:r>
            <a:endParaRPr lang="es-VE" altLang="ja-JP" sz="32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3326" name="6 Rectángulo"/>
          <p:cNvSpPr>
            <a:spLocks noChangeArrowheads="1"/>
          </p:cNvSpPr>
          <p:nvPr/>
        </p:nvSpPr>
        <p:spPr bwMode="auto">
          <a:xfrm>
            <a:off x="1385888" y="9894888"/>
            <a:ext cx="21748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</a:t>
            </a:r>
          </a:p>
        </p:txBody>
      </p:sp>
      <p:sp>
        <p:nvSpPr>
          <p:cNvPr id="13327" name="4 Rectángulo"/>
          <p:cNvSpPr>
            <a:spLocks noChangeArrowheads="1"/>
          </p:cNvSpPr>
          <p:nvPr/>
        </p:nvSpPr>
        <p:spPr bwMode="auto">
          <a:xfrm>
            <a:off x="1295400" y="9731375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Renshi Orlando Coa</a:t>
            </a:r>
          </a:p>
        </p:txBody>
      </p:sp>
      <p:sp>
        <p:nvSpPr>
          <p:cNvPr id="13328" name="6 Rectángulo"/>
          <p:cNvSpPr>
            <a:spLocks noChangeArrowheads="1"/>
          </p:cNvSpPr>
          <p:nvPr/>
        </p:nvSpPr>
        <p:spPr bwMode="auto">
          <a:xfrm>
            <a:off x="5832475" y="9894888"/>
            <a:ext cx="32432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Instructor Dojo Hermanos Flores</a:t>
            </a:r>
          </a:p>
        </p:txBody>
      </p:sp>
      <p:cxnSp>
        <p:nvCxnSpPr>
          <p:cNvPr id="47" name="46 Conector recto"/>
          <p:cNvCxnSpPr/>
          <p:nvPr/>
        </p:nvCxnSpPr>
        <p:spPr>
          <a:xfrm>
            <a:off x="6373813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30" name="4 Rectángulo"/>
          <p:cNvSpPr>
            <a:spLocks noChangeArrowheads="1"/>
          </p:cNvSpPr>
          <p:nvPr/>
        </p:nvSpPr>
        <p:spPr bwMode="auto">
          <a:xfrm>
            <a:off x="6275388" y="9732963"/>
            <a:ext cx="23558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ja-JP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Jesús Flores</a:t>
            </a:r>
            <a:endParaRPr lang="es-VE" altLang="es-VE" sz="1400" b="1">
              <a:solidFill>
                <a:srgbClr val="000000"/>
              </a:solidFill>
              <a:latin typeface="Andalus" pitchFamily="18" charset="-78"/>
              <a:ea typeface="ＭＳ Ｐゴシック" pitchFamily="34" charset="-128"/>
              <a:cs typeface="Andalus" pitchFamily="18" charset="-78"/>
            </a:endParaRPr>
          </a:p>
        </p:txBody>
      </p:sp>
      <p:sp>
        <p:nvSpPr>
          <p:cNvPr id="13331" name="6 Rectángulo"/>
          <p:cNvSpPr>
            <a:spLocks noChangeArrowheads="1"/>
          </p:cNvSpPr>
          <p:nvPr/>
        </p:nvSpPr>
        <p:spPr bwMode="auto">
          <a:xfrm>
            <a:off x="3854450" y="9894888"/>
            <a:ext cx="2174875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Vice presidente de Organización Kokusai Shito Ryu Karate Do Ocoa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</a:t>
            </a:r>
          </a:p>
        </p:txBody>
      </p:sp>
      <p:cxnSp>
        <p:nvCxnSpPr>
          <p:cNvPr id="32" name="31 Conector recto"/>
          <p:cNvCxnSpPr/>
          <p:nvPr/>
        </p:nvCxnSpPr>
        <p:spPr>
          <a:xfrm>
            <a:off x="3862388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33" name="4 Rectángulo"/>
          <p:cNvSpPr>
            <a:spLocks noChangeArrowheads="1"/>
          </p:cNvSpPr>
          <p:nvPr/>
        </p:nvSpPr>
        <p:spPr bwMode="auto">
          <a:xfrm>
            <a:off x="3763963" y="9731375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Nazareth Tescari</a:t>
            </a:r>
          </a:p>
        </p:txBody>
      </p:sp>
      <p:pic>
        <p:nvPicPr>
          <p:cNvPr id="13334" name="Picture 2" descr="C:\Users\User\Downloads\Firma Orlando Co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8063" y="7464425"/>
            <a:ext cx="107315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5" name="Picture 5" descr="J:\Karate\KOKUSAI SHITO RYU OCOA\Firma Orlando Coa.jpg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8893175"/>
            <a:ext cx="191293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6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t="7372" b="3397"/>
          <a:stretch>
            <a:fillRect/>
          </a:stretch>
        </p:blipFill>
        <p:spPr bwMode="auto">
          <a:xfrm>
            <a:off x="2968625" y="8027988"/>
            <a:ext cx="1366838" cy="123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4" name="33 Conector recto"/>
          <p:cNvCxnSpPr/>
          <p:nvPr/>
        </p:nvCxnSpPr>
        <p:spPr>
          <a:xfrm>
            <a:off x="1393825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38" name="1 Rectángulo"/>
          <p:cNvSpPr>
            <a:spLocks noChangeArrowheads="1"/>
          </p:cNvSpPr>
          <p:nvPr/>
        </p:nvSpPr>
        <p:spPr bwMode="auto">
          <a:xfrm>
            <a:off x="1816100" y="5694363"/>
            <a:ext cx="6176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2400">
                <a:solidFill>
                  <a:srgbClr val="000000"/>
                </a:solidFill>
                <a:latin typeface="Acanthus Black SSi" pitchFamily="18" charset="0"/>
                <a:cs typeface="Times New Roman" pitchFamily="18" charset="0"/>
              </a:rPr>
              <a:t>{{cedula}}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13339" name="1 Rectángulo"/>
          <p:cNvSpPr>
            <a:spLocks noChangeArrowheads="1"/>
          </p:cNvSpPr>
          <p:nvPr/>
        </p:nvSpPr>
        <p:spPr bwMode="auto">
          <a:xfrm>
            <a:off x="1152525" y="4772025"/>
            <a:ext cx="75453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MX" altLang="es-VE" sz="6000" b="1">
                <a:solidFill>
                  <a:srgbClr val="000000"/>
                </a:solidFill>
                <a:latin typeface="Elegans Script SSi" pitchFamily="18" charset="0"/>
                <a:cs typeface="Times New Roman" pitchFamily="18" charset="0"/>
              </a:rPr>
              <a:t>{{Nombre_Alumno}}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53" name="20 CuadroTexto"/>
          <p:cNvSpPr txBox="1">
            <a:spLocks noChangeArrowheads="1"/>
          </p:cNvSpPr>
          <p:nvPr/>
        </p:nvSpPr>
        <p:spPr bwMode="auto">
          <a:xfrm>
            <a:off x="1125538" y="6156325"/>
            <a:ext cx="7545387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665605" eaLnBrk="1" hangingPunct="1">
              <a:spcBef>
                <a:spcPct val="0"/>
              </a:spcBef>
              <a:buFontTx/>
              <a:buNone/>
              <a:defRPr/>
            </a:pPr>
            <a:r>
              <a:rPr lang="es-VE" altLang="es-V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VE" altLang="es-VE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lang="es-VE" altLang="es-VE" sz="3200" i="1" dirty="0" smtClean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41" name="20 CuadroTexto"/>
          <p:cNvSpPr txBox="1">
            <a:spLocks noChangeArrowheads="1"/>
          </p:cNvSpPr>
          <p:nvPr/>
        </p:nvSpPr>
        <p:spPr bwMode="auto">
          <a:xfrm>
            <a:off x="1027113" y="7431088"/>
            <a:ext cx="754538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{{grado_español}}</a:t>
            </a:r>
            <a:endParaRPr lang="es-VE" altLang="es-VE" sz="3200" i="1">
              <a:solidFill>
                <a:srgbClr val="000000"/>
              </a:solidFill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13342" name="74 Rectángulo"/>
          <p:cNvSpPr>
            <a:spLocks noChangeArrowheads="1"/>
          </p:cNvSpPr>
          <p:nvPr/>
        </p:nvSpPr>
        <p:spPr bwMode="auto">
          <a:xfrm>
            <a:off x="5883275" y="8362950"/>
            <a:ext cx="29511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</a:t>
            </a:r>
            <a:endParaRPr lang="es-VE" altLang="es-VE" sz="2900"/>
          </a:p>
        </p:txBody>
      </p:sp>
      <p:sp>
        <p:nvSpPr>
          <p:cNvPr id="13343" name="74 Rectángulo"/>
          <p:cNvSpPr>
            <a:spLocks noChangeArrowheads="1"/>
          </p:cNvSpPr>
          <p:nvPr/>
        </p:nvSpPr>
        <p:spPr bwMode="auto">
          <a:xfrm>
            <a:off x="5878513" y="8101013"/>
            <a:ext cx="295116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{{ciudad_fecha}}</a:t>
            </a:r>
          </a:p>
        </p:txBody>
      </p:sp>
      <p:sp>
        <p:nvSpPr>
          <p:cNvPr id="13344" name="74 Rectángulo"/>
          <p:cNvSpPr>
            <a:spLocks noChangeArrowheads="1"/>
          </p:cNvSpPr>
          <p:nvPr/>
        </p:nvSpPr>
        <p:spPr bwMode="auto">
          <a:xfrm>
            <a:off x="7004050" y="8361363"/>
            <a:ext cx="19875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sz="2900"/>
          </a:p>
        </p:txBody>
      </p:sp>
      <p:sp>
        <p:nvSpPr>
          <p:cNvPr id="59" name="58 CuadroTexto"/>
          <p:cNvSpPr txBox="1"/>
          <p:nvPr/>
        </p:nvSpPr>
        <p:spPr>
          <a:xfrm>
            <a:off x="10668147" y="2515766"/>
            <a:ext cx="1391231" cy="2560563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es-MX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13347" name="88 CuadroTexto"/>
          <p:cNvSpPr txBox="1">
            <a:spLocks noChangeArrowheads="1"/>
          </p:cNvSpPr>
          <p:nvPr/>
        </p:nvSpPr>
        <p:spPr bwMode="auto">
          <a:xfrm>
            <a:off x="13249275" y="2052638"/>
            <a:ext cx="990600" cy="886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ja-JP" sz="54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{{nombre_katakana}}</a:t>
            </a:r>
            <a:endParaRPr lang="es-VE" altLang="ja-JP" sz="54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3348" name="82 CuadroTexto"/>
          <p:cNvSpPr txBox="1">
            <a:spLocks noChangeArrowheads="1"/>
          </p:cNvSpPr>
          <p:nvPr/>
        </p:nvSpPr>
        <p:spPr bwMode="auto">
          <a:xfrm>
            <a:off x="10369550" y="4356100"/>
            <a:ext cx="59055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ja-JP" sz="28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{{fecha_japonesa}}</a:t>
            </a:r>
            <a:endParaRPr lang="es-VE" altLang="es-VE" sz="28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62" name="61 CuadroTexto"/>
          <p:cNvSpPr txBox="1"/>
          <p:nvPr/>
        </p:nvSpPr>
        <p:spPr>
          <a:xfrm>
            <a:off x="10656985" y="5076329"/>
            <a:ext cx="1356991" cy="513499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ja-JP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二允許ス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40" name="39 Rectángulo"/>
          <p:cNvSpPr/>
          <p:nvPr/>
        </p:nvSpPr>
        <p:spPr>
          <a:xfrm>
            <a:off x="15121482" y="3060105"/>
            <a:ext cx="432048" cy="954107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{cd}</a:t>
            </a:r>
            <a:r>
              <a:rPr kumimoji="0" lang="ja-JP" altLang="es-VE" sz="3200" b="0" i="0" u="none" strike="noStrike" kern="1200" cap="none" spc="0" normalizeH="0" baseline="0" noProof="0" dirty="0" smtClean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3" name="42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68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137</Words>
  <Application>Microsoft Office PowerPoint</Application>
  <PresentationFormat>Personalizado</PresentationFormat>
  <Paragraphs>30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modelos Certificado Examen Ocoa</dc:title>
  <dc:creator>César Velásquez</dc:creator>
  <dc:description/>
  <cp:lastModifiedBy>CD y JM</cp:lastModifiedBy>
  <cp:revision>292</cp:revision>
  <cp:lastPrinted>2025-12-13T02:54:15Z</cp:lastPrinted>
  <dcterms:created xsi:type="dcterms:W3CDTF">2009-07-25T14:43:43Z</dcterms:created>
  <dcterms:modified xsi:type="dcterms:W3CDTF">2026-03-07T16:47:34Z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plantillas modelos Certificado Examen Ocoa</vt:lpwstr>
  </property>
  <property fmtid="{D5CDD505-2E9C-101B-9397-08002B2CF9AE}" pid="3" name="SlideDescription">
    <vt:lpwstr/>
  </property>
</Properties>
</file>