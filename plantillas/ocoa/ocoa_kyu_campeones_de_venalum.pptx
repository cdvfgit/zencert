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26" y="-126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4179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3 Imagen" descr="marc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33 Rectángulo"/>
          <p:cNvSpPr/>
          <p:nvPr/>
        </p:nvSpPr>
        <p:spPr>
          <a:xfrm>
            <a:off x="20158843" y="5324559"/>
            <a:ext cx="642942" cy="2646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66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66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717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6410325" y="8820150"/>
            <a:ext cx="1366838" cy="123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7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7178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7179" name="6 Rectángulo"/>
          <p:cNvSpPr>
            <a:spLocks noChangeArrowheads="1"/>
          </p:cNvSpPr>
          <p:nvPr/>
        </p:nvSpPr>
        <p:spPr bwMode="auto">
          <a:xfrm>
            <a:off x="2736850" y="10056813"/>
            <a:ext cx="41036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                                                                    Instructor Dojo Nido de Campeones Venalum</a:t>
            </a:r>
          </a:p>
        </p:txBody>
      </p:sp>
      <p:cxnSp>
        <p:nvCxnSpPr>
          <p:cNvPr id="50" name="49 Conector recto"/>
          <p:cNvCxnSpPr/>
          <p:nvPr/>
        </p:nvCxnSpPr>
        <p:spPr>
          <a:xfrm>
            <a:off x="3563938" y="9850438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1" name="4 Rectángulo"/>
          <p:cNvSpPr>
            <a:spLocks noChangeArrowheads="1"/>
          </p:cNvSpPr>
          <p:nvPr/>
        </p:nvSpPr>
        <p:spPr bwMode="auto">
          <a:xfrm>
            <a:off x="3684588" y="9882188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7182" name="1 Rectángulo"/>
          <p:cNvSpPr>
            <a:spLocks noChangeArrowheads="1"/>
          </p:cNvSpPr>
          <p:nvPr/>
        </p:nvSpPr>
        <p:spPr bwMode="auto">
          <a:xfrm>
            <a:off x="-7777163" y="5653088"/>
            <a:ext cx="74898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i-FI" altLang="es-VE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C.I.: V-32.000.719</a:t>
            </a:r>
            <a:r>
              <a:rPr lang="ja-JP" altLang="es-VE" sz="3600">
                <a:solidFill>
                  <a:srgbClr val="000000"/>
                </a:solidFill>
                <a:latin typeface="Old English Text MT" pitchFamily="66" charset="0"/>
                <a:cs typeface="Times New Roman" pitchFamily="18" charset="0"/>
              </a:rPr>
              <a:t>　　　　　　　　　　　　　　　　</a:t>
            </a:r>
            <a:endParaRPr lang="es-VE" altLang="es-VE" sz="20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7184" name="Picture 2" descr="C:\Users\cesar_velasquez\Downloads\logoKokusai-1.png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64050" y="1338263"/>
            <a:ext cx="1855787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5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5563" y="1042988"/>
            <a:ext cx="4675187" cy="472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86" name="78 CuadroTexto"/>
          <p:cNvSpPr txBox="1">
            <a:spLocks noChangeArrowheads="1"/>
          </p:cNvSpPr>
          <p:nvPr/>
        </p:nvSpPr>
        <p:spPr bwMode="auto">
          <a:xfrm>
            <a:off x="1871663" y="3484563"/>
            <a:ext cx="619283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ccoladeLH" pitchFamily="2" charset="0"/>
              </a:rPr>
              <a:t>Afiliada a la Federación Venezolana de Karate Do</a:t>
            </a:r>
          </a:p>
        </p:txBody>
      </p:sp>
      <p:pic>
        <p:nvPicPr>
          <p:cNvPr id="7187" name="Picture 2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446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3" t="29633" r="20988" b="16600"/>
          <a:stretch>
            <a:fillRect/>
          </a:stretch>
        </p:blipFill>
        <p:spPr bwMode="auto">
          <a:xfrm>
            <a:off x="17641888" y="7875588"/>
            <a:ext cx="4953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89" name="88 CuadroTexto"/>
          <p:cNvSpPr txBox="1">
            <a:spLocks noChangeArrowheads="1"/>
          </p:cNvSpPr>
          <p:nvPr/>
        </p:nvSpPr>
        <p:spPr bwMode="auto">
          <a:xfrm>
            <a:off x="13609638" y="3703638"/>
            <a:ext cx="65246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s-VE" sz="32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ウ</a:t>
            </a:r>
            <a:endParaRPr lang="es-VE" altLang="ja-JP" sz="32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1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91" name="20 CuadroTexto"/>
          <p:cNvSpPr txBox="1">
            <a:spLocks noChangeArrowheads="1"/>
          </p:cNvSpPr>
          <p:nvPr/>
        </p:nvSpPr>
        <p:spPr bwMode="auto">
          <a:xfrm>
            <a:off x="1027113" y="7431088"/>
            <a:ext cx="7545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{{grado_español}}</a:t>
            </a:r>
            <a:endParaRPr lang="es-VE" altLang="es-VE" sz="3200" i="1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7192" name="74 Rectángulo"/>
          <p:cNvSpPr>
            <a:spLocks noChangeArrowheads="1"/>
          </p:cNvSpPr>
          <p:nvPr/>
        </p:nvSpPr>
        <p:spPr bwMode="auto">
          <a:xfrm>
            <a:off x="5883275" y="8361363"/>
            <a:ext cx="295116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7193" name="74 Rectángulo"/>
          <p:cNvSpPr>
            <a:spLocks noChangeArrowheads="1"/>
          </p:cNvSpPr>
          <p:nvPr/>
        </p:nvSpPr>
        <p:spPr bwMode="auto">
          <a:xfrm>
            <a:off x="5878513" y="8099425"/>
            <a:ext cx="295116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7194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39" name="38 CuadroTexto"/>
          <p:cNvSpPr txBox="1"/>
          <p:nvPr/>
        </p:nvSpPr>
        <p:spPr>
          <a:xfrm>
            <a:off x="10668147" y="2515121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7197" name="88 CuadroTexto"/>
          <p:cNvSpPr txBox="1">
            <a:spLocks noChangeArrowheads="1"/>
          </p:cNvSpPr>
          <p:nvPr/>
        </p:nvSpPr>
        <p:spPr bwMode="auto">
          <a:xfrm>
            <a:off x="13249275" y="2052638"/>
            <a:ext cx="990600" cy="886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54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{{nombre_katakana}}</a:t>
            </a:r>
            <a:endParaRPr lang="es-VE" altLang="ja-JP" sz="54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7198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{{fecha_japonesa}}</a:t>
            </a:r>
            <a:endParaRPr lang="es-VE" altLang="es-VE" sz="28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3" name="42 CuadroTexto"/>
          <p:cNvSpPr txBox="1"/>
          <p:nvPr/>
        </p:nvSpPr>
        <p:spPr>
          <a:xfrm>
            <a:off x="10656985" y="5075684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7202" name="1 Rectángulo"/>
          <p:cNvSpPr>
            <a:spLocks noChangeArrowheads="1"/>
          </p:cNvSpPr>
          <p:nvPr/>
        </p:nvSpPr>
        <p:spPr bwMode="auto">
          <a:xfrm>
            <a:off x="1125538" y="4924425"/>
            <a:ext cx="75453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6000" b="1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{{Nombre_Alumno}}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37" name="36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0" name="39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62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122</Words>
  <Application>Microsoft Office PowerPoint</Application>
  <PresentationFormat>Personalizado</PresentationFormat>
  <Paragraphs>25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292</cp:revision>
  <cp:lastPrinted>2025-12-13T02:54:15Z</cp:lastPrinted>
  <dcterms:created xsi:type="dcterms:W3CDTF">2009-07-25T14:43:43Z</dcterms:created>
  <dcterms:modified xsi:type="dcterms:W3CDTF">2026-03-07T16:47:08Z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