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045700" cy="15554325"/>
  <p:notesSz cx="6858000" cy="9144000"/>
  <p:defaultTextStyle>
    <a:defPPr>
      <a:defRPr lang="es-VE"/>
    </a:defPPr>
    <a:lvl1pPr marL="0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731429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1462857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2194286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2925714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3657143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4388571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5120000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5851428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3234" y="-90"/>
      </p:cViewPr>
      <p:guideLst>
        <p:guide orient="horz" pos="4899"/>
        <p:guide pos="31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3430" y="4831926"/>
            <a:ext cx="8538845" cy="333409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06858" y="8814119"/>
            <a:ext cx="7031990" cy="39749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224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44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674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89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12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34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57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79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74D5A9-322F-4081-9804-1666D69FC188}" type="datetimeFigureOut">
              <a:rPr lang="es-VE" altLang="es-VE"/>
              <a:pPr/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EAAB1F-BEF7-43AC-A5A1-1A074021254F}" type="slidenum">
              <a:rPr lang="es-VE" altLang="es-VE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229404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501650" y="622300"/>
            <a:ext cx="90424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501650" y="3629025"/>
            <a:ext cx="9042400" cy="1026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494" tIns="72247" rIns="144494" bIns="722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501650" y="14416088"/>
            <a:ext cx="2344738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3717D6E6-4A36-41F3-800F-41C9F64E51FE}" type="datetimeFigureOut">
              <a:rPr lang="es-VE" altLang="es-VE"/>
              <a:pPr/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432175" y="14416088"/>
            <a:ext cx="3181350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199313" y="14416088"/>
            <a:ext cx="2344737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F91B1361-1B0F-4D2B-816F-624915C19506}" type="slidenum">
              <a:rPr lang="es-VE" altLang="es-VE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37065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1443038" rtl="0" eaLnBrk="0" fontAlgn="base" hangingPunct="0">
        <a:spcBef>
          <a:spcPct val="0"/>
        </a:spcBef>
        <a:spcAft>
          <a:spcPct val="0"/>
        </a:spcAft>
        <a:defRPr sz="6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2pPr>
      <a:lvl3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3pPr>
      <a:lvl4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4pPr>
      <a:lvl5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5pPr>
      <a:lvl6pPr marL="396438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6pPr>
      <a:lvl7pPr marL="792876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7pPr>
      <a:lvl8pPr marL="1189314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8pPr>
      <a:lvl9pPr marL="1585752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9pPr>
    </p:titleStyle>
    <p:bodyStyle>
      <a:lvl1pPr marL="539750" indent="-539750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1pPr>
      <a:lvl2pPr marL="1171575" indent="-450850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4400" kern="1200">
          <a:solidFill>
            <a:schemeClr val="tx1"/>
          </a:solidFill>
          <a:latin typeface="+mn-lt"/>
          <a:ea typeface="+mn-ea"/>
          <a:cs typeface="+mn-cs"/>
        </a:defRPr>
      </a:lvl2pPr>
      <a:lvl3pPr marL="1804988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3pPr>
      <a:lvl4pPr marL="2525713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249613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73579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96047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18517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140985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2469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4938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67407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89875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12344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34813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57282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79750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469900"/>
            <a:ext cx="9558338" cy="146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10 CuadroTexto"/>
          <p:cNvSpPr txBox="1">
            <a:spLocks noChangeArrowheads="1"/>
          </p:cNvSpPr>
          <p:nvPr/>
        </p:nvSpPr>
        <p:spPr bwMode="auto">
          <a:xfrm>
            <a:off x="0" y="7499350"/>
            <a:ext cx="10045700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600">
                <a:latin typeface="Arial Black" pitchFamily="34" charset="0"/>
              </a:rPr>
              <a:t>ORGANIZACIÓN  GOJYU RYU  KARATE DO                                                                                 DE VENEZUELA                                                                                              </a:t>
            </a:r>
            <a:r>
              <a:rPr lang="es-VE" altLang="es-VE" sz="3100">
                <a:latin typeface="Arial Black" pitchFamily="34" charset="0"/>
              </a:rPr>
              <a:t>O.G.K.V.</a:t>
            </a:r>
          </a:p>
        </p:txBody>
      </p:sp>
      <p:sp>
        <p:nvSpPr>
          <p:cNvPr id="37" name="36 Rectángulo"/>
          <p:cNvSpPr/>
          <p:nvPr/>
        </p:nvSpPr>
        <p:spPr>
          <a:xfrm>
            <a:off x="3875088" y="0"/>
            <a:ext cx="2235200" cy="2390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88" tIns="39644" rIns="79288" bIns="39644" anchor="ctr"/>
          <a:lstStyle/>
          <a:p>
            <a:pPr algn="ctr" eaLnBrk="1" hangingPunct="1"/>
            <a:endParaRPr lang="es-VE" altLang="es-VE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8197" name="78 CuadroTexto"/>
          <p:cNvSpPr txBox="1">
            <a:spLocks noChangeArrowheads="1"/>
          </p:cNvSpPr>
          <p:nvPr/>
        </p:nvSpPr>
        <p:spPr bwMode="auto">
          <a:xfrm>
            <a:off x="0" y="8845550"/>
            <a:ext cx="100457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800">
                <a:latin typeface="Lucida Calligraphy" pitchFamily="66" charset="0"/>
              </a:rPr>
              <a:t>Certifica Que:</a:t>
            </a:r>
          </a:p>
        </p:txBody>
      </p:sp>
      <p:sp>
        <p:nvSpPr>
          <p:cNvPr id="75" name="74 CuadroTexto"/>
          <p:cNvSpPr txBox="1"/>
          <p:nvPr/>
        </p:nvSpPr>
        <p:spPr>
          <a:xfrm>
            <a:off x="5454898" y="2307256"/>
            <a:ext cx="938158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5200" dirty="0">
                <a:latin typeface="EPSON 太行書体Ｂ" pitchFamily="65" charset="-128"/>
                <a:ea typeface="EPSON 太行書体Ｂ" pitchFamily="65" charset="-128"/>
              </a:rPr>
              <a:t>剛柔流空手道</a:t>
            </a:r>
            <a:endParaRPr lang="es-VE" sz="52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78" name="77 CuadroTexto"/>
          <p:cNvSpPr txBox="1"/>
          <p:nvPr/>
        </p:nvSpPr>
        <p:spPr>
          <a:xfrm>
            <a:off x="6246986" y="2299098"/>
            <a:ext cx="938158" cy="450759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 eaLnBrk="1" hangingPunct="1">
              <a:defRPr/>
            </a:pPr>
            <a:r>
              <a:rPr lang="ja-JP" altLang="es-VE" sz="5200" dirty="0">
                <a:latin typeface="EPSON 太行書体Ｂ" pitchFamily="65" charset="-128"/>
                <a:ea typeface="EPSON 太行書体Ｂ" pitchFamily="65" charset="-128"/>
              </a:rPr>
              <a:t>右者沖縄伝</a:t>
            </a:r>
            <a:endParaRPr lang="es-VE" sz="52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203" name="80 CuadroTexto"/>
          <p:cNvSpPr txBox="1">
            <a:spLocks noChangeArrowheads="1"/>
          </p:cNvSpPr>
          <p:nvPr/>
        </p:nvSpPr>
        <p:spPr bwMode="auto">
          <a:xfrm>
            <a:off x="4125913" y="2368550"/>
            <a:ext cx="836612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ja-JP" altLang="es-VE" sz="4400">
                <a:latin typeface="EPSON 太行書体Ｂ" pitchFamily="65" charset="-128"/>
                <a:ea typeface="EPSON 太行書体Ｂ" pitchFamily="65" charset="-128"/>
              </a:rPr>
              <a:t>ベネズエラ剛柔流</a:t>
            </a:r>
            <a:endParaRPr lang="es-VE" altLang="es-VE" sz="440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2" name="81 CuadroTexto"/>
          <p:cNvSpPr txBox="1"/>
          <p:nvPr/>
        </p:nvSpPr>
        <p:spPr>
          <a:xfrm>
            <a:off x="3340308" y="2438935"/>
            <a:ext cx="818446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4400" dirty="0">
                <a:latin typeface="EPSON 太行書体Ｂ" pitchFamily="65" charset="-128"/>
                <a:ea typeface="EPSON 太行書体Ｂ" pitchFamily="65" charset="-128"/>
              </a:rPr>
              <a:t>空手道協会</a:t>
            </a:r>
            <a:endParaRPr lang="es-VE" sz="44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6" name="85 CuadroTexto"/>
          <p:cNvSpPr txBox="1"/>
          <p:nvPr/>
        </p:nvSpPr>
        <p:spPr>
          <a:xfrm>
            <a:off x="1386793" y="2047100"/>
            <a:ext cx="683729" cy="6666166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3500" dirty="0">
                <a:latin typeface="EPSON 太行書体Ｂ" pitchFamily="65" charset="-128"/>
                <a:ea typeface="EPSON 太行書体Ｂ" pitchFamily="65" charset="-128"/>
              </a:rPr>
              <a:t>ベルデウイリアン師範</a:t>
            </a:r>
            <a:endParaRPr lang="es-VE" sz="35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7" name="86 CuadroTexto"/>
          <p:cNvSpPr txBox="1"/>
          <p:nvPr/>
        </p:nvSpPr>
        <p:spPr>
          <a:xfrm>
            <a:off x="846386" y="2045149"/>
            <a:ext cx="683729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3500" dirty="0">
                <a:latin typeface="EPSON 太行書体Ｂ" pitchFamily="65" charset="-128"/>
                <a:ea typeface="EPSON 太行書体Ｂ" pitchFamily="65" charset="-128"/>
              </a:rPr>
              <a:t>ベラスケスセサル先生</a:t>
            </a:r>
            <a:endParaRPr lang="es-VE" sz="35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4" name="33 Rectángulo"/>
          <p:cNvSpPr/>
          <p:nvPr/>
        </p:nvSpPr>
        <p:spPr>
          <a:xfrm>
            <a:off x="7903170" y="4152194"/>
            <a:ext cx="642942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8000" dirty="0">
                <a:ln w="6350">
                  <a:solidFill>
                    <a:schemeClr val="tx1"/>
                  </a:solidFill>
                </a:ln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8000" dirty="0">
              <a:ln w="6350">
                <a:solidFill>
                  <a:schemeClr val="tx1"/>
                </a:solidFill>
              </a:ln>
              <a:latin typeface="EPSON 太行書体Ｂ" pitchFamily="65" charset="-128"/>
              <a:ea typeface="EPSON 太行書体Ｂ" pitchFamily="65" charset="-128"/>
            </a:endParaRPr>
          </a:p>
        </p:txBody>
      </p:sp>
      <p:pic>
        <p:nvPicPr>
          <p:cNvPr id="8212" name="1 Imagen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82575"/>
            <a:ext cx="1968500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13" name="88 CuadroTexto"/>
          <p:cNvSpPr txBox="1">
            <a:spLocks noChangeArrowheads="1"/>
          </p:cNvSpPr>
          <p:nvPr/>
        </p:nvSpPr>
        <p:spPr bwMode="auto">
          <a:xfrm>
            <a:off x="2836863" y="5797550"/>
            <a:ext cx="530225" cy="8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ja-JP" altLang="es-VE" sz="2400">
                <a:latin typeface="EPSON 太行書体Ｂ" pitchFamily="65" charset="-128"/>
                <a:ea typeface="EPSON 太行書体Ｂ" pitchFamily="65" charset="-128"/>
              </a:rPr>
              <a:t>ヨ　</a:t>
            </a:r>
            <a:endParaRPr lang="es-VE" altLang="ja-JP" sz="2400">
              <a:latin typeface="EPSON 太行書体Ｂ" pitchFamily="65" charset="-128"/>
              <a:ea typeface="EPSON 太行書体Ｂ" pitchFamily="65" charset="-128"/>
            </a:endParaRPr>
          </a:p>
        </p:txBody>
      </p:sp>
      <p:pic>
        <p:nvPicPr>
          <p:cNvPr id="8214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388" y="12145963"/>
            <a:ext cx="120015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15" name="6 Rectángulo"/>
          <p:cNvSpPr>
            <a:spLocks noChangeArrowheads="1"/>
          </p:cNvSpPr>
          <p:nvPr/>
        </p:nvSpPr>
        <p:spPr bwMode="auto">
          <a:xfrm>
            <a:off x="1601788" y="13960475"/>
            <a:ext cx="241141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>
                <a:latin typeface="Andalus" pitchFamily="18" charset="-78"/>
                <a:cs typeface="Andalus" pitchFamily="18" charset="-78"/>
              </a:rPr>
              <a:t>Director Técnico de la O.G.K.V</a:t>
            </a:r>
          </a:p>
        </p:txBody>
      </p:sp>
      <p:cxnSp>
        <p:nvCxnSpPr>
          <p:cNvPr id="48" name="47 Conector recto"/>
          <p:cNvCxnSpPr/>
          <p:nvPr/>
        </p:nvCxnSpPr>
        <p:spPr>
          <a:xfrm>
            <a:off x="1538288" y="13754100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17" name="4 Rectángulo"/>
          <p:cNvSpPr>
            <a:spLocks noChangeArrowheads="1"/>
          </p:cNvSpPr>
          <p:nvPr/>
        </p:nvSpPr>
        <p:spPr bwMode="auto">
          <a:xfrm>
            <a:off x="1658938" y="13785850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 b="1">
                <a:latin typeface="Andalus" pitchFamily="18" charset="-78"/>
                <a:cs typeface="Andalus" pitchFamily="18" charset="-78"/>
              </a:rPr>
              <a:t>Sensei César Velásquez</a:t>
            </a:r>
          </a:p>
        </p:txBody>
      </p:sp>
      <p:sp>
        <p:nvSpPr>
          <p:cNvPr id="8218" name="6 Rectángulo"/>
          <p:cNvSpPr>
            <a:spLocks noChangeArrowheads="1"/>
          </p:cNvSpPr>
          <p:nvPr/>
        </p:nvSpPr>
        <p:spPr bwMode="auto">
          <a:xfrm>
            <a:off x="5930900" y="13960475"/>
            <a:ext cx="261461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>
                <a:latin typeface="Andalus" pitchFamily="18" charset="-78"/>
                <a:cs typeface="Andalus" pitchFamily="18" charset="-78"/>
              </a:rPr>
              <a:t>Instructor Dojo Nuestra              Señora del Carmen</a:t>
            </a:r>
          </a:p>
        </p:txBody>
      </p:sp>
      <p:cxnSp>
        <p:nvCxnSpPr>
          <p:cNvPr id="51" name="50 Conector recto"/>
          <p:cNvCxnSpPr/>
          <p:nvPr/>
        </p:nvCxnSpPr>
        <p:spPr>
          <a:xfrm>
            <a:off x="5930900" y="13754100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20" name="4 Rectángulo"/>
          <p:cNvSpPr>
            <a:spLocks noChangeArrowheads="1"/>
          </p:cNvSpPr>
          <p:nvPr/>
        </p:nvSpPr>
        <p:spPr bwMode="auto">
          <a:xfrm>
            <a:off x="6051550" y="13785850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 b="1">
                <a:latin typeface="Andalus" pitchFamily="18" charset="-78"/>
                <a:cs typeface="Andalus" pitchFamily="18" charset="-78"/>
              </a:rPr>
              <a:t>Sensei Jorge A. González R. </a:t>
            </a:r>
          </a:p>
        </p:txBody>
      </p:sp>
      <p:sp>
        <p:nvSpPr>
          <p:cNvPr id="53" name="52 CuadroTexto"/>
          <p:cNvSpPr txBox="1"/>
          <p:nvPr/>
        </p:nvSpPr>
        <p:spPr>
          <a:xfrm>
            <a:off x="2430562" y="2333789"/>
            <a:ext cx="698798" cy="5120699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3600" spc="-300" dirty="0">
                <a:latin typeface="EPSON 太行書体Ｂ" pitchFamily="65" charset="-128"/>
                <a:ea typeface="EPSON 太行書体Ｂ" pitchFamily="65" charset="-128"/>
              </a:rPr>
              <a:t>ヌエストラ</a:t>
            </a:r>
            <a:r>
              <a:rPr lang="ja-JP" altLang="es-VE" sz="2800" spc="-300" dirty="0">
                <a:latin typeface="EPSON 太行書体Ｂ" pitchFamily="65" charset="-128"/>
                <a:ea typeface="EPSON 太行書体Ｂ" pitchFamily="65" charset="-128"/>
              </a:rPr>
              <a:t>　</a:t>
            </a:r>
            <a:r>
              <a:rPr lang="ja-JP" altLang="es-VE" sz="3600" spc="-300" dirty="0">
                <a:latin typeface="EPSON 太行書体Ｂ" pitchFamily="65" charset="-128"/>
                <a:ea typeface="EPSON 太行書体Ｂ" pitchFamily="65" charset="-128"/>
              </a:rPr>
              <a:t>セニラ</a:t>
            </a:r>
            <a:endParaRPr lang="es-VE" sz="3600" spc="-3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54" name="53 CuadroTexto"/>
          <p:cNvSpPr txBox="1"/>
          <p:nvPr/>
        </p:nvSpPr>
        <p:spPr>
          <a:xfrm>
            <a:off x="1947788" y="2333790"/>
            <a:ext cx="698798" cy="536173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3600" spc="-300" dirty="0">
                <a:latin typeface="EPSON 太行書体Ｂ" pitchFamily="65" charset="-128"/>
                <a:ea typeface="EPSON 太行書体Ｂ" pitchFamily="65" charset="-128"/>
              </a:rPr>
              <a:t>デル　カルメン　道場</a:t>
            </a:r>
            <a:endParaRPr lang="es-VE" sz="3600" spc="-3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2" name="31 Rectángulo"/>
          <p:cNvSpPr/>
          <p:nvPr/>
        </p:nvSpPr>
        <p:spPr>
          <a:xfrm>
            <a:off x="8407400" y="2418542"/>
            <a:ext cx="432048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s-MX" altLang="ja-JP" sz="2000" spc="-30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{{cd}}</a:t>
            </a:r>
            <a:endParaRPr lang="es-MX" altLang="ja-JP" sz="2000" spc="-3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  <a:p>
            <a:pPr algn="ctr" eaLnBrk="1" hangingPunct="1">
              <a:defRPr/>
            </a:pPr>
            <a:r>
              <a:rPr lang="ja-JP" altLang="es-VE" sz="28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Batang" pitchFamily="18" charset="-127"/>
                <a:ea typeface="イワタ行書" pitchFamily="1" charset="-128"/>
              </a:rPr>
              <a:t>　</a:t>
            </a:r>
            <a:endParaRPr lang="es-VE" sz="28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Batang" pitchFamily="18" charset="-127"/>
              <a:ea typeface="イワタ行書" pitchFamily="1" charset="-128"/>
            </a:endParaRPr>
          </a:p>
        </p:txBody>
      </p:sp>
      <p:sp>
        <p:nvSpPr>
          <p:cNvPr id="35" name="20 CuadroTexto"/>
          <p:cNvSpPr txBox="1">
            <a:spLocks noChangeArrowheads="1"/>
          </p:cNvSpPr>
          <p:nvPr/>
        </p:nvSpPr>
        <p:spPr bwMode="auto">
          <a:xfrm>
            <a:off x="1077913" y="10201275"/>
            <a:ext cx="7977187" cy="1188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400" i="1" dirty="0">
                <a:latin typeface="Times New Roman" pitchFamily="18" charset="0"/>
                <a:cs typeface="Times New Roman" pitchFamily="18" charset="0"/>
              </a:rPr>
              <a:t>Ha presentado satisfactoriamente su examen reglamentario, demostrando gran aplicación en el aprendizaje del                   </a:t>
            </a:r>
            <a:r>
              <a:rPr lang="es-VE" altLang="es-VE" sz="2400" b="1" i="1" dirty="0">
                <a:latin typeface="Times New Roman" pitchFamily="18" charset="0"/>
                <a:cs typeface="Times New Roman" pitchFamily="18" charset="0"/>
              </a:rPr>
              <a:t>Karate - Do </a:t>
            </a:r>
            <a:r>
              <a:rPr lang="es-VE" altLang="es-VE" sz="2400" i="1" dirty="0">
                <a:latin typeface="Times New Roman" pitchFamily="18" charset="0"/>
                <a:cs typeface="Times New Roman" pitchFamily="18" charset="0"/>
              </a:rPr>
              <a:t>estilo </a:t>
            </a:r>
            <a:r>
              <a:rPr lang="es-VE" altLang="es-VE" sz="2400" b="1" i="1" dirty="0">
                <a:latin typeface="Times New Roman" pitchFamily="18" charset="0"/>
                <a:cs typeface="Times New Roman" pitchFamily="18" charset="0"/>
              </a:rPr>
              <a:t>Okinawa </a:t>
            </a:r>
            <a:r>
              <a:rPr lang="es-VE" altLang="es-VE" sz="2400" b="1" i="1" dirty="0" err="1">
                <a:latin typeface="Times New Roman" pitchFamily="18" charset="0"/>
                <a:cs typeface="Times New Roman" pitchFamily="18" charset="0"/>
              </a:rPr>
              <a:t>Gojyu</a:t>
            </a:r>
            <a:r>
              <a:rPr lang="es-VE" altLang="es-VE" sz="2400" b="1" i="1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s-VE" altLang="es-VE" sz="2400" b="1" i="1" dirty="0" err="1">
                <a:latin typeface="Times New Roman" pitchFamily="18" charset="0"/>
                <a:cs typeface="Times New Roman" pitchFamily="18" charset="0"/>
              </a:rPr>
              <a:t>Ryu</a:t>
            </a:r>
            <a:r>
              <a:rPr lang="es-VE" altLang="es-VE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VE" altLang="es-VE" sz="2400" i="1" dirty="0">
                <a:latin typeface="Times New Roman" pitchFamily="18" charset="0"/>
                <a:cs typeface="Times New Roman" pitchFamily="18" charset="0"/>
              </a:rPr>
              <a:t>y en Virtud de </a:t>
            </a:r>
            <a:r>
              <a:rPr lang="es-VE" altLang="es-VE" sz="2400" i="1" dirty="0" smtClean="0">
                <a:latin typeface="Times New Roman" pitchFamily="18" charset="0"/>
                <a:cs typeface="Times New Roman" pitchFamily="18" charset="0"/>
              </a:rPr>
              <a:t>su</a:t>
            </a:r>
            <a:endParaRPr lang="es-VE" altLang="es-VE" sz="2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74 Rectángulo"/>
          <p:cNvSpPr>
            <a:spLocks noChangeArrowheads="1"/>
          </p:cNvSpPr>
          <p:nvPr/>
        </p:nvSpPr>
        <p:spPr bwMode="auto">
          <a:xfrm>
            <a:off x="6396831" y="12118616"/>
            <a:ext cx="2951163" cy="34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latin typeface="Times New Roman" pitchFamily="18" charset="0"/>
                <a:cs typeface="Times New Roman" pitchFamily="18" charset="0"/>
              </a:rPr>
              <a:t>Registro </a:t>
            </a:r>
            <a:r>
              <a:rPr lang="es-VE" altLang="es-VE" sz="17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s-VE" altLang="es-VE" sz="1700" i="1" dirty="0" smtClean="0">
                <a:latin typeface="Times New Roman" pitchFamily="18" charset="0"/>
                <a:cs typeface="Times New Roman" pitchFamily="18" charset="0"/>
              </a:rPr>
              <a:t>°:</a:t>
            </a:r>
            <a:endParaRPr lang="es-VE" altLang="es-VE" dirty="0"/>
          </a:p>
        </p:txBody>
      </p:sp>
      <p:sp>
        <p:nvSpPr>
          <p:cNvPr id="38" name="82 CuadroTexto"/>
          <p:cNvSpPr txBox="1">
            <a:spLocks noChangeArrowheads="1"/>
          </p:cNvSpPr>
          <p:nvPr/>
        </p:nvSpPr>
        <p:spPr bwMode="auto">
          <a:xfrm>
            <a:off x="2965656" y="3240088"/>
            <a:ext cx="467901" cy="388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MX" altLang="ja-JP" sz="2000" dirty="0" smtClean="0">
                <a:latin typeface="EPSON 太行書体Ｂ" pitchFamily="65" charset="-128"/>
                <a:ea typeface="EPSON 太行書体Ｂ" pitchFamily="65" charset="-128"/>
              </a:rPr>
              <a:t>{{</a:t>
            </a:r>
            <a:r>
              <a:rPr lang="es-MX" altLang="ja-JP" sz="2000" dirty="0" err="1" smtClean="0">
                <a:latin typeface="EPSON 太行書体Ｂ" pitchFamily="65" charset="-128"/>
                <a:ea typeface="EPSON 太行書体Ｂ" pitchFamily="65" charset="-128"/>
              </a:rPr>
              <a:t>fecha_japonesa</a:t>
            </a:r>
            <a:r>
              <a:rPr lang="es-MX" altLang="ja-JP" sz="2000" dirty="0" smtClean="0">
                <a:latin typeface="EPSON 太行書体Ｂ" pitchFamily="65" charset="-128"/>
                <a:ea typeface="EPSON 太行書体Ｂ" pitchFamily="65" charset="-128"/>
              </a:rPr>
              <a:t>}}</a:t>
            </a:r>
            <a:endParaRPr lang="es-VE" altLang="es-VE" sz="20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9" name="88 CuadroTexto"/>
          <p:cNvSpPr txBox="1">
            <a:spLocks noChangeArrowheads="1"/>
          </p:cNvSpPr>
          <p:nvPr/>
        </p:nvSpPr>
        <p:spPr bwMode="auto">
          <a:xfrm>
            <a:off x="7126897" y="1584325"/>
            <a:ext cx="775678" cy="626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MX" altLang="ja-JP" sz="4000" dirty="0" smtClean="0">
                <a:latin typeface="EPSON 太行書体Ｂ" pitchFamily="65" charset="-128"/>
                <a:ea typeface="EPSON 太行書体Ｂ" pitchFamily="65" charset="-128"/>
              </a:rPr>
              <a:t>{{</a:t>
            </a:r>
            <a:r>
              <a:rPr lang="es-MX" altLang="ja-JP" sz="4000" dirty="0" err="1" smtClean="0">
                <a:latin typeface="EPSON 太行書体Ｂ" pitchFamily="65" charset="-128"/>
                <a:ea typeface="EPSON 太行書体Ｂ" pitchFamily="65" charset="-128"/>
              </a:rPr>
              <a:t>nombre_katakana</a:t>
            </a:r>
            <a:r>
              <a:rPr lang="es-MX" altLang="ja-JP" sz="4000" dirty="0" smtClean="0">
                <a:latin typeface="EPSON 太行書体Ｂ" pitchFamily="65" charset="-128"/>
                <a:ea typeface="EPSON 太行書体Ｂ" pitchFamily="65" charset="-128"/>
              </a:rPr>
              <a:t>}}</a:t>
            </a:r>
            <a:endParaRPr lang="es-VE" altLang="ja-JP" sz="40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0" name="20 CuadroTexto"/>
          <p:cNvSpPr txBox="1">
            <a:spLocks noChangeArrowheads="1"/>
          </p:cNvSpPr>
          <p:nvPr/>
        </p:nvSpPr>
        <p:spPr bwMode="auto">
          <a:xfrm>
            <a:off x="2555" y="9128126"/>
            <a:ext cx="10045700" cy="1041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s-VE" altLang="ja-JP" sz="4800" dirty="0" smtClean="0">
                <a:solidFill>
                  <a:srgbClr val="FF0000"/>
                </a:solidFill>
                <a:latin typeface="Old English Text MT" pitchFamily="66" charset="0"/>
                <a:cs typeface="Times New Roman" pitchFamily="18" charset="0"/>
              </a:rPr>
              <a:t>{{</a:t>
            </a:r>
            <a:r>
              <a:rPr lang="es-VE" altLang="ja-JP" sz="4800" dirty="0" err="1" smtClean="0">
                <a:solidFill>
                  <a:srgbClr val="FF0000"/>
                </a:solidFill>
                <a:latin typeface="Old English Text MT" pitchFamily="66" charset="0"/>
                <a:cs typeface="Times New Roman" pitchFamily="18" charset="0"/>
              </a:rPr>
              <a:t>Nombre_Alumno</a:t>
            </a:r>
            <a:r>
              <a:rPr lang="es-VE" altLang="ja-JP" sz="4800" dirty="0" smtClean="0">
                <a:solidFill>
                  <a:srgbClr val="FF0000"/>
                </a:solidFill>
                <a:latin typeface="Old English Text MT" pitchFamily="66" charset="0"/>
                <a:cs typeface="Times New Roman" pitchFamily="18" charset="0"/>
              </a:rPr>
              <a:t>}}</a:t>
            </a:r>
            <a:endParaRPr lang="es-VE" altLang="ja-JP" sz="4800" dirty="0">
              <a:solidFill>
                <a:srgbClr val="FF0000"/>
              </a:solidFill>
              <a:latin typeface="Old English Text MT" pitchFamily="66" charset="0"/>
              <a:cs typeface="Times New Roman" pitchFamily="18" charset="0"/>
            </a:endParaRPr>
          </a:p>
        </p:txBody>
      </p:sp>
      <p:sp>
        <p:nvSpPr>
          <p:cNvPr id="41" name="20 CuadroTexto"/>
          <p:cNvSpPr txBox="1">
            <a:spLocks noChangeArrowheads="1"/>
          </p:cNvSpPr>
          <p:nvPr/>
        </p:nvSpPr>
        <p:spPr bwMode="auto">
          <a:xfrm>
            <a:off x="5554266" y="11288208"/>
            <a:ext cx="3921917" cy="449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</a:t>
            </a:r>
            <a:r>
              <a:rPr lang="es-VE" altLang="es-VE" sz="2400" b="1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grado_español</a:t>
            </a:r>
            <a:r>
              <a:rPr lang="es-VE" altLang="es-VE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}}</a:t>
            </a:r>
            <a:endParaRPr lang="es-VE" altLang="es-VE" sz="2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20 CuadroTexto"/>
          <p:cNvSpPr txBox="1">
            <a:spLocks noChangeArrowheads="1"/>
          </p:cNvSpPr>
          <p:nvPr/>
        </p:nvSpPr>
        <p:spPr bwMode="auto">
          <a:xfrm>
            <a:off x="869579" y="11288208"/>
            <a:ext cx="5240709" cy="449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400" i="1" dirty="0" smtClean="0">
                <a:latin typeface="Times New Roman" pitchFamily="18" charset="0"/>
                <a:cs typeface="Times New Roman" pitchFamily="18" charset="0"/>
              </a:rPr>
              <a:t>progreso </a:t>
            </a:r>
            <a:r>
              <a:rPr lang="es-VE" altLang="es-VE" sz="2400" i="1" dirty="0">
                <a:latin typeface="Times New Roman" pitchFamily="18" charset="0"/>
                <a:cs typeface="Times New Roman" pitchFamily="18" charset="0"/>
              </a:rPr>
              <a:t>se le otorga el grado de</a:t>
            </a:r>
            <a:r>
              <a:rPr lang="es-VE" altLang="es-VE" sz="2400" i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s-VE" altLang="es-VE" sz="2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74 Rectángulo"/>
          <p:cNvSpPr>
            <a:spLocks noChangeArrowheads="1"/>
          </p:cNvSpPr>
          <p:nvPr/>
        </p:nvSpPr>
        <p:spPr bwMode="auto">
          <a:xfrm>
            <a:off x="6392167" y="11857038"/>
            <a:ext cx="2951163" cy="34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latin typeface="Times New Roman" pitchFamily="18" charset="0"/>
                <a:cs typeface="Times New Roman" pitchFamily="18" charset="0"/>
              </a:rPr>
              <a:t>{{</a:t>
            </a:r>
            <a:r>
              <a:rPr lang="es-VE" altLang="es-VE" sz="1700" i="1" dirty="0" err="1" smtClean="0">
                <a:latin typeface="Times New Roman" pitchFamily="18" charset="0"/>
                <a:cs typeface="Times New Roman" pitchFamily="18" charset="0"/>
              </a:rPr>
              <a:t>ciudad_fecha</a:t>
            </a:r>
            <a:r>
              <a:rPr lang="es-VE" altLang="es-VE" sz="1700" i="1" dirty="0" smtClean="0">
                <a:latin typeface="Times New Roman" pitchFamily="18" charset="0"/>
                <a:cs typeface="Times New Roman" pitchFamily="18" charset="0"/>
              </a:rPr>
              <a:t>}}</a:t>
            </a:r>
            <a:endParaRPr lang="es-VE" altLang="es-VE" sz="17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74 Rectángulo"/>
          <p:cNvSpPr>
            <a:spLocks noChangeArrowheads="1"/>
          </p:cNvSpPr>
          <p:nvPr/>
        </p:nvSpPr>
        <p:spPr bwMode="auto">
          <a:xfrm>
            <a:off x="7518102" y="12118257"/>
            <a:ext cx="1987154" cy="34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{{registro}}</a:t>
            </a:r>
            <a:endParaRPr lang="es-VE" altLang="es-VE" dirty="0"/>
          </a:p>
        </p:txBody>
      </p:sp>
      <p:sp>
        <p:nvSpPr>
          <p:cNvPr id="45" name="44 Rectángulo"/>
          <p:cNvSpPr/>
          <p:nvPr/>
        </p:nvSpPr>
        <p:spPr>
          <a:xfrm>
            <a:off x="8407400" y="2017319"/>
            <a:ext cx="432048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2000" spc="-30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第</a:t>
            </a:r>
            <a:r>
              <a:rPr lang="ja-JP" altLang="es-VE" sz="28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Batang" pitchFamily="18" charset="-127"/>
                <a:ea typeface="イワタ行書" pitchFamily="1" charset="-128"/>
              </a:rPr>
              <a:t>　</a:t>
            </a:r>
            <a:endParaRPr lang="es-VE" sz="28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Batang" pitchFamily="18" charset="-127"/>
              <a:ea typeface="イワタ行書" pitchFamily="1" charset="-128"/>
            </a:endParaRPr>
          </a:p>
        </p:txBody>
      </p:sp>
      <p:sp>
        <p:nvSpPr>
          <p:cNvPr id="46" name="45 Rectángulo"/>
          <p:cNvSpPr/>
          <p:nvPr/>
        </p:nvSpPr>
        <p:spPr>
          <a:xfrm>
            <a:off x="8407400" y="3644288"/>
            <a:ext cx="432048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2000" spc="-30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号</a:t>
            </a:r>
            <a:r>
              <a:rPr lang="ja-JP" altLang="es-VE" sz="28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Batang" pitchFamily="18" charset="-127"/>
                <a:ea typeface="イワタ行書" pitchFamily="1" charset="-128"/>
              </a:rPr>
              <a:t>　</a:t>
            </a:r>
            <a:endParaRPr lang="es-VE" sz="28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Batang" pitchFamily="18" charset="-127"/>
              <a:ea typeface="イワタ行書" pitchFamily="1" charset="-128"/>
            </a:endParaRPr>
          </a:p>
        </p:txBody>
      </p:sp>
      <p:sp>
        <p:nvSpPr>
          <p:cNvPr id="47" name="78 CuadroTexto"/>
          <p:cNvSpPr txBox="1">
            <a:spLocks noChangeArrowheads="1"/>
          </p:cNvSpPr>
          <p:nvPr/>
        </p:nvSpPr>
        <p:spPr bwMode="auto">
          <a:xfrm>
            <a:off x="4806826" y="3744317"/>
            <a:ext cx="991121" cy="476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ja-JP" altLang="es-VE" sz="5400" dirty="0" smtClean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二</a:t>
            </a:r>
            <a:r>
              <a:rPr lang="ja-JP" altLang="es-VE" sz="5400" dirty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允許ス</a:t>
            </a:r>
            <a:endParaRPr lang="es-VE" altLang="es-VE" sz="5400" dirty="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9" name="78 CuadroTexto"/>
          <p:cNvSpPr txBox="1">
            <a:spLocks noChangeArrowheads="1"/>
          </p:cNvSpPr>
          <p:nvPr/>
        </p:nvSpPr>
        <p:spPr bwMode="auto">
          <a:xfrm>
            <a:off x="4807124" y="2376562"/>
            <a:ext cx="991121" cy="1799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MX" altLang="es-VE" sz="5400" dirty="0" smtClean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{k}</a:t>
            </a:r>
            <a:endParaRPr lang="es-VE" altLang="es-VE" sz="5400" dirty="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3583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9362</TotalTime>
  <Words>154</Words>
  <Application>Microsoft Office PowerPoint</Application>
  <PresentationFormat>Personalizado</PresentationFormat>
  <Paragraphs>31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Certificado OGKV</dc:title>
  <dc:creator>César Velásquez</dc:creator>
  <dc:description/>
  <cp:lastModifiedBy>CD y JM</cp:lastModifiedBy>
  <cp:revision>568</cp:revision>
  <cp:lastPrinted>2025-12-20T03:06:34Z</cp:lastPrinted>
  <dcterms:created xsi:type="dcterms:W3CDTF">2009-07-25T14:43:43Z</dcterms:created>
  <dcterms:modified xsi:type="dcterms:W3CDTF">2026-03-07T15:31:03Z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Certificado OGKV</vt:lpwstr>
  </property>
  <property fmtid="{D5CDD505-2E9C-101B-9397-08002B2CF9AE}" pid="3" name="SlideDescription">
    <vt:lpwstr/>
  </property>
</Properties>
</file>