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3234" y="-90"/>
      </p:cViewPr>
      <p:guideLst>
        <p:guide orient="horz" pos="4899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74D5A9-322F-4081-9804-1666D69FC188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AAB1F-BEF7-43AC-A5A1-1A074021254F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22940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3717D6E6-4A36-41F3-800F-41C9F64E51FE}" type="datetimeFigureOut">
              <a:rPr lang="es-VE" altLang="es-VE"/>
              <a:pPr/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91B1361-1B0F-4D2B-816F-624915C19506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4728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173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179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530809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990402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7188" name="1 Imagen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9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63" y="12460288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90" name="6 Rectángulo"/>
          <p:cNvSpPr>
            <a:spLocks noChangeArrowheads="1"/>
          </p:cNvSpPr>
          <p:nvPr/>
        </p:nvSpPr>
        <p:spPr bwMode="auto">
          <a:xfrm>
            <a:off x="1601788" y="14035088"/>
            <a:ext cx="24114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Director Técnico de la O.G.K.V</a:t>
            </a:r>
          </a:p>
        </p:txBody>
      </p:sp>
      <p:cxnSp>
        <p:nvCxnSpPr>
          <p:cNvPr id="40" name="39 Conector recto"/>
          <p:cNvCxnSpPr/>
          <p:nvPr/>
        </p:nvCxnSpPr>
        <p:spPr>
          <a:xfrm>
            <a:off x="1538288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2" name="4 Rectángulo"/>
          <p:cNvSpPr>
            <a:spLocks noChangeArrowheads="1"/>
          </p:cNvSpPr>
          <p:nvPr/>
        </p:nvSpPr>
        <p:spPr bwMode="auto">
          <a:xfrm>
            <a:off x="1658938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7193" name="6 Rectángulo"/>
          <p:cNvSpPr>
            <a:spLocks noChangeArrowheads="1"/>
          </p:cNvSpPr>
          <p:nvPr/>
        </p:nvSpPr>
        <p:spPr bwMode="auto">
          <a:xfrm>
            <a:off x="5930900" y="14035088"/>
            <a:ext cx="26146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Instructor Dojo Gojyu Ryu Upata</a:t>
            </a:r>
          </a:p>
        </p:txBody>
      </p:sp>
      <p:cxnSp>
        <p:nvCxnSpPr>
          <p:cNvPr id="43" name="42 Conector recto"/>
          <p:cNvCxnSpPr/>
          <p:nvPr/>
        </p:nvCxnSpPr>
        <p:spPr>
          <a:xfrm>
            <a:off x="5930900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5" name="4 Rectángulo"/>
          <p:cNvSpPr>
            <a:spLocks noChangeArrowheads="1"/>
          </p:cNvSpPr>
          <p:nvPr/>
        </p:nvSpPr>
        <p:spPr bwMode="auto">
          <a:xfrm>
            <a:off x="6051550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Yonis Cisneros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2044164" y="2419126"/>
            <a:ext cx="758558" cy="521402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000" spc="-300">
                <a:latin typeface="EPSON 太行書体Ｂ" pitchFamily="65" charset="-128"/>
                <a:ea typeface="EPSON 太行書体Ｂ" pitchFamily="65" charset="-128"/>
              </a:rPr>
              <a:t>剛柔流ウパタ道</a:t>
            </a:r>
            <a:r>
              <a:rPr lang="ja-JP" altLang="es-VE" sz="4000" spc="-300" dirty="0">
                <a:latin typeface="EPSON 太行書体Ｂ" pitchFamily="65" charset="-128"/>
                <a:ea typeface="EPSON 太行書体Ｂ" pitchFamily="65" charset="-128"/>
              </a:rPr>
              <a:t>場</a:t>
            </a:r>
            <a:endParaRPr lang="es-VE" sz="40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9" name="48 Rectángulo"/>
          <p:cNvSpPr/>
          <p:nvPr/>
        </p:nvSpPr>
        <p:spPr>
          <a:xfrm>
            <a:off x="8407400" y="2418542"/>
            <a:ext cx="432048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ja-JP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{{cd}}</a:t>
            </a:r>
            <a:endParaRPr lang="es-MX" altLang="ja-JP" sz="2000" spc="-3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  <a:p>
            <a:pPr algn="ctr" eaLnBrk="1" hangingPunct="1">
              <a:defRPr/>
            </a:pP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50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1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Okinawa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Gojyu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s-VE" altLang="es-VE" sz="2400" b="1" i="1" dirty="0" err="1">
                <a:latin typeface="Times New Roman" pitchFamily="18" charset="0"/>
                <a:cs typeface="Times New Roman" pitchFamily="18" charset="0"/>
              </a:rPr>
              <a:t>Ryu</a:t>
            </a:r>
            <a:r>
              <a:rPr lang="es-VE" altLang="es-VE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y en Virtud de 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su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74 Rectángulo"/>
          <p:cNvSpPr>
            <a:spLocks noChangeArrowheads="1"/>
          </p:cNvSpPr>
          <p:nvPr/>
        </p:nvSpPr>
        <p:spPr bwMode="auto">
          <a:xfrm>
            <a:off x="6396831" y="12118616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Registro </a:t>
            </a:r>
            <a:r>
              <a:rPr lang="es-VE" altLang="es-VE" sz="17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°:</a:t>
            </a:r>
            <a:endParaRPr lang="es-VE" altLang="es-VE" dirty="0"/>
          </a:p>
        </p:txBody>
      </p:sp>
      <p:sp>
        <p:nvSpPr>
          <p:cNvPr id="52" name="82 CuadroTexto"/>
          <p:cNvSpPr txBox="1">
            <a:spLocks noChangeArrowheads="1"/>
          </p:cNvSpPr>
          <p:nvPr/>
        </p:nvSpPr>
        <p:spPr bwMode="auto">
          <a:xfrm>
            <a:off x="2965656" y="3240088"/>
            <a:ext cx="467901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000" dirty="0" err="1" smtClean="0"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3" name="88 CuadroTexto"/>
          <p:cNvSpPr txBox="1">
            <a:spLocks noChangeArrowheads="1"/>
          </p:cNvSpPr>
          <p:nvPr/>
        </p:nvSpPr>
        <p:spPr bwMode="auto">
          <a:xfrm>
            <a:off x="7126897" y="1584325"/>
            <a:ext cx="775678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4000" dirty="0" err="1" smtClean="0"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4000" dirty="0" smtClean="0"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40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4" name="20 CuadroTexto"/>
          <p:cNvSpPr txBox="1">
            <a:spLocks noChangeArrowheads="1"/>
          </p:cNvSpPr>
          <p:nvPr/>
        </p:nvSpPr>
        <p:spPr bwMode="auto">
          <a:xfrm>
            <a:off x="2555" y="9128126"/>
            <a:ext cx="10045700" cy="104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{{</a:t>
            </a:r>
            <a:r>
              <a:rPr lang="es-VE" altLang="ja-JP" sz="4800" dirty="0" err="1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Nombre_Alumno</a:t>
            </a:r>
            <a:r>
              <a:rPr lang="es-VE" altLang="ja-JP" sz="4800" dirty="0" smtClean="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}}</a:t>
            </a:r>
            <a:endParaRPr lang="es-VE" altLang="ja-JP" sz="4800" dirty="0">
              <a:solidFill>
                <a:srgbClr val="FF0000"/>
              </a:solidFill>
              <a:latin typeface="Old English Text MT" pitchFamily="66" charset="0"/>
              <a:cs typeface="Times New Roman" pitchFamily="18" charset="0"/>
            </a:endParaRPr>
          </a:p>
        </p:txBody>
      </p:sp>
      <p:sp>
        <p:nvSpPr>
          <p:cNvPr id="55" name="20 CuadroTexto"/>
          <p:cNvSpPr txBox="1">
            <a:spLocks noChangeArrowheads="1"/>
          </p:cNvSpPr>
          <p:nvPr/>
        </p:nvSpPr>
        <p:spPr bwMode="auto">
          <a:xfrm>
            <a:off x="5554266" y="11288208"/>
            <a:ext cx="3921917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20 CuadroTexto"/>
          <p:cNvSpPr txBox="1">
            <a:spLocks noChangeArrowheads="1"/>
          </p:cNvSpPr>
          <p:nvPr/>
        </p:nvSpPr>
        <p:spPr bwMode="auto">
          <a:xfrm>
            <a:off x="869579" y="11288208"/>
            <a:ext cx="5240709" cy="44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progreso </a:t>
            </a:r>
            <a:r>
              <a:rPr lang="es-VE" altLang="es-VE" sz="2400" i="1" dirty="0">
                <a:latin typeface="Times New Roman" pitchFamily="18" charset="0"/>
                <a:cs typeface="Times New Roman" pitchFamily="18" charset="0"/>
              </a:rPr>
              <a:t>se le otorga el grado de</a:t>
            </a:r>
            <a:r>
              <a:rPr lang="es-VE" altLang="es-VE" sz="2400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s-VE" altLang="es-VE" sz="2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74 Rectángulo"/>
          <p:cNvSpPr>
            <a:spLocks noChangeArrowheads="1"/>
          </p:cNvSpPr>
          <p:nvPr/>
        </p:nvSpPr>
        <p:spPr bwMode="auto">
          <a:xfrm>
            <a:off x="6392167" y="11857038"/>
            <a:ext cx="2951163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1700" i="1" dirty="0" err="1" smtClean="0">
                <a:latin typeface="Times New Roman" pitchFamily="18" charset="0"/>
                <a:cs typeface="Times New Roman" pitchFamily="18" charset="0"/>
              </a:rPr>
              <a:t>ciudad_fecha</a:t>
            </a:r>
            <a:r>
              <a:rPr lang="es-VE" altLang="es-VE" sz="1700" i="1" dirty="0" smtClean="0"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17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74 Rectángulo"/>
          <p:cNvSpPr>
            <a:spLocks noChangeArrowheads="1"/>
          </p:cNvSpPr>
          <p:nvPr/>
        </p:nvSpPr>
        <p:spPr bwMode="auto">
          <a:xfrm>
            <a:off x="7518102" y="12118257"/>
            <a:ext cx="1987154" cy="34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dirty="0"/>
          </a:p>
        </p:txBody>
      </p:sp>
      <p:sp>
        <p:nvSpPr>
          <p:cNvPr id="59" name="58 Rectángulo"/>
          <p:cNvSpPr/>
          <p:nvPr/>
        </p:nvSpPr>
        <p:spPr>
          <a:xfrm>
            <a:off x="8407400" y="2017319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第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60" name="59 Rectángulo"/>
          <p:cNvSpPr/>
          <p:nvPr/>
        </p:nvSpPr>
        <p:spPr>
          <a:xfrm>
            <a:off x="8407400" y="3644288"/>
            <a:ext cx="432048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号</a:t>
            </a:r>
            <a:r>
              <a:rPr lang="ja-JP" altLang="es-VE" sz="28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61" name="78 CuadroTexto"/>
          <p:cNvSpPr txBox="1">
            <a:spLocks noChangeArrowheads="1"/>
          </p:cNvSpPr>
          <p:nvPr/>
        </p:nvSpPr>
        <p:spPr bwMode="auto">
          <a:xfrm>
            <a:off x="4806826" y="3744317"/>
            <a:ext cx="991121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二</a:t>
            </a:r>
            <a:r>
              <a:rPr lang="ja-JP" altLang="es-VE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允許ス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2" name="78 CuadroTexto"/>
          <p:cNvSpPr txBox="1">
            <a:spLocks noChangeArrowheads="1"/>
          </p:cNvSpPr>
          <p:nvPr/>
        </p:nvSpPr>
        <p:spPr bwMode="auto">
          <a:xfrm>
            <a:off x="4807124" y="2376562"/>
            <a:ext cx="991121" cy="17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MX" altLang="es-VE" sz="5400" dirty="0" smtClean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{k}</a:t>
            </a:r>
            <a:endParaRPr lang="es-VE" altLang="es-VE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435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9362</TotalTime>
  <Words>149</Words>
  <Application>Microsoft Office PowerPoint</Application>
  <PresentationFormat>Personalizado</PresentationFormat>
  <Paragraphs>29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568</cp:revision>
  <cp:lastPrinted>2025-12-20T03:06:34Z</cp:lastPrinted>
  <dcterms:created xsi:type="dcterms:W3CDTF">2009-07-25T14:43:43Z</dcterms:created>
  <dcterms:modified xsi:type="dcterms:W3CDTF">2026-03-07T15:30:14Z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