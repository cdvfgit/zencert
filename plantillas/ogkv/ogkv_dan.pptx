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0045700" cy="15554325"/>
  <p:notesSz cx="6858000" cy="9144000"/>
  <p:defaultTextStyle>
    <a:defPPr>
      <a:defRPr lang="es-VE"/>
    </a:defPPr>
    <a:lvl1pPr marL="0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731429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1462857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2194286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2925714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3657143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4388571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5120000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5851428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2430" y="1704"/>
      </p:cViewPr>
      <p:guideLst>
        <p:guide orient="horz" pos="4899"/>
        <p:guide pos="31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3430" y="4831926"/>
            <a:ext cx="8538845" cy="333409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06858" y="8814119"/>
            <a:ext cx="7031990" cy="39749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224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449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674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889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12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34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0572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779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C2B9050-81BC-483D-885B-89B2CA6A4F90}" type="datetimeFigureOut">
              <a:rPr lang="es-VE" altLang="es-VE"/>
              <a:pPr/>
              <a:t>4/3/2026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893BF8-F41B-4527-965C-13E6CF53CCBA}" type="slidenum">
              <a:rPr lang="es-VE" altLang="es-VE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430742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501650" y="622300"/>
            <a:ext cx="9042400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título del patrón</a:t>
            </a:r>
            <a:endParaRPr lang="es-VE" altLang="es-VE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501650" y="3629025"/>
            <a:ext cx="9042400" cy="1026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4494" tIns="72247" rIns="144494" bIns="722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texto del patrón</a:t>
            </a:r>
          </a:p>
          <a:p>
            <a:pPr lvl="1"/>
            <a:r>
              <a:rPr lang="es-ES" altLang="es-VE" smtClean="0"/>
              <a:t>Segundo nivel</a:t>
            </a:r>
          </a:p>
          <a:p>
            <a:pPr lvl="2"/>
            <a:r>
              <a:rPr lang="es-ES" altLang="es-VE" smtClean="0"/>
              <a:t>Tercer nivel</a:t>
            </a:r>
          </a:p>
          <a:p>
            <a:pPr lvl="3"/>
            <a:r>
              <a:rPr lang="es-ES" altLang="es-VE" smtClean="0"/>
              <a:t>Cuarto nivel</a:t>
            </a:r>
          </a:p>
          <a:p>
            <a:pPr lvl="4"/>
            <a:r>
              <a:rPr lang="es-ES" altLang="es-VE" smtClean="0"/>
              <a:t>Quinto nivel</a:t>
            </a:r>
            <a:endParaRPr lang="es-VE" altLang="es-VE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501650" y="14416088"/>
            <a:ext cx="2344738" cy="827087"/>
          </a:xfrm>
          <a:prstGeom prst="rect">
            <a:avLst/>
          </a:prstGeom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9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C37E8F85-B729-4419-89BA-5F8E71B87271}" type="datetimeFigureOut">
              <a:rPr lang="es-VE" altLang="es-VE"/>
              <a:pPr/>
              <a:t>4/3/2026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432175" y="14416088"/>
            <a:ext cx="3181350" cy="827087"/>
          </a:xfrm>
          <a:prstGeom prst="rect">
            <a:avLst/>
          </a:prstGeom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9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199313" y="14416088"/>
            <a:ext cx="2344737" cy="827087"/>
          </a:xfrm>
          <a:prstGeom prst="rect">
            <a:avLst/>
          </a:prstGeom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9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D0BB0499-C9DE-4379-9DA1-292E3E28CDE4}" type="slidenum">
              <a:rPr lang="es-VE" altLang="es-VE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405615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1443038" rtl="0" eaLnBrk="0" fontAlgn="base" hangingPunct="0">
        <a:spcBef>
          <a:spcPct val="0"/>
        </a:spcBef>
        <a:spcAft>
          <a:spcPct val="0"/>
        </a:spcAft>
        <a:defRPr sz="6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2pPr>
      <a:lvl3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3pPr>
      <a:lvl4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4pPr>
      <a:lvl5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5pPr>
      <a:lvl6pPr marL="396438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6pPr>
      <a:lvl7pPr marL="792876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7pPr>
      <a:lvl8pPr marL="1189314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8pPr>
      <a:lvl9pPr marL="1585752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9pPr>
    </p:titleStyle>
    <p:bodyStyle>
      <a:lvl1pPr marL="539750" indent="-539750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1pPr>
      <a:lvl2pPr marL="1171575" indent="-450850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4400" kern="1200">
          <a:solidFill>
            <a:schemeClr val="tx1"/>
          </a:solidFill>
          <a:latin typeface="+mn-lt"/>
          <a:ea typeface="+mn-ea"/>
          <a:cs typeface="+mn-cs"/>
        </a:defRPr>
      </a:lvl2pPr>
      <a:lvl3pPr marL="1804988" indent="-360363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3pPr>
      <a:lvl4pPr marL="2525713" indent="-360363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249613" indent="-360363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73579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96047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18517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140985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2469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44938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67407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89875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12344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34813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57282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79750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469900"/>
            <a:ext cx="9558338" cy="147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78 CuadroTexto"/>
          <p:cNvSpPr txBox="1">
            <a:spLocks noChangeArrowheads="1"/>
          </p:cNvSpPr>
          <p:nvPr/>
        </p:nvSpPr>
        <p:spPr bwMode="auto">
          <a:xfrm>
            <a:off x="4895825" y="3672706"/>
            <a:ext cx="991121" cy="476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ja-JP" altLang="es-VE" sz="5400" dirty="0" smtClean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二</a:t>
            </a:r>
            <a:r>
              <a:rPr lang="ja-JP" altLang="es-VE" sz="5400" dirty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允許ス</a:t>
            </a:r>
            <a:endParaRPr lang="es-VE" altLang="es-VE" sz="5400" dirty="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4" name="43 Rectángulo"/>
          <p:cNvSpPr/>
          <p:nvPr/>
        </p:nvSpPr>
        <p:spPr>
          <a:xfrm>
            <a:off x="8479234" y="2182557"/>
            <a:ext cx="432048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s-MX" altLang="ja-JP" sz="2000" spc="-30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{{cd}}</a:t>
            </a:r>
            <a:endParaRPr lang="es-MX" altLang="ja-JP" sz="2000" spc="-3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  <a:p>
            <a:pPr algn="ctr" eaLnBrk="1" hangingPunct="1">
              <a:defRPr/>
            </a:pPr>
            <a:r>
              <a:rPr lang="ja-JP" altLang="es-VE" sz="28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Batang" pitchFamily="18" charset="-127"/>
                <a:ea typeface="イワタ行書" pitchFamily="1" charset="-128"/>
              </a:rPr>
              <a:t>　</a:t>
            </a:r>
            <a:endParaRPr lang="es-VE" sz="28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Batang" pitchFamily="18" charset="-127"/>
              <a:ea typeface="イワタ行書" pitchFamily="1" charset="-128"/>
            </a:endParaRPr>
          </a:p>
        </p:txBody>
      </p:sp>
      <p:sp>
        <p:nvSpPr>
          <p:cNvPr id="38" name="74 Rectángulo"/>
          <p:cNvSpPr>
            <a:spLocks noChangeArrowheads="1"/>
          </p:cNvSpPr>
          <p:nvPr/>
        </p:nvSpPr>
        <p:spPr bwMode="auto">
          <a:xfrm>
            <a:off x="6391002" y="12287250"/>
            <a:ext cx="2951163" cy="341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{{</a:t>
            </a:r>
            <a:r>
              <a:rPr lang="es-VE" altLang="es-VE" sz="1700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ciudad_fecha</a:t>
            </a:r>
            <a:r>
              <a:rPr lang="es-VE" altLang="es-VE" sz="17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}}</a:t>
            </a:r>
            <a:endParaRPr lang="es-VE" altLang="es-VE" sz="17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20 CuadroTexto"/>
          <p:cNvSpPr txBox="1">
            <a:spLocks noChangeArrowheads="1"/>
          </p:cNvSpPr>
          <p:nvPr/>
        </p:nvSpPr>
        <p:spPr bwMode="auto">
          <a:xfrm>
            <a:off x="17710" y="9073306"/>
            <a:ext cx="10045700" cy="1041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s-MX" altLang="es-VE" sz="4800" b="1" dirty="0" smtClean="0">
                <a:solidFill>
                  <a:srgbClr val="000000"/>
                </a:solidFill>
                <a:latin typeface="Old English Text MT" pitchFamily="66" charset="0"/>
                <a:cs typeface="Times New Roman" pitchFamily="18" charset="0"/>
              </a:rPr>
              <a:t>{{</a:t>
            </a:r>
            <a:r>
              <a:rPr lang="es-MX" altLang="es-VE" sz="4800" b="1" dirty="0" err="1" smtClean="0">
                <a:solidFill>
                  <a:srgbClr val="000000"/>
                </a:solidFill>
                <a:latin typeface="Old English Text MT" pitchFamily="66" charset="0"/>
                <a:cs typeface="Times New Roman" pitchFamily="18" charset="0"/>
              </a:rPr>
              <a:t>Nombre_Alumno</a:t>
            </a:r>
            <a:r>
              <a:rPr lang="es-MX" altLang="es-VE" sz="4800" b="1" dirty="0" smtClean="0">
                <a:solidFill>
                  <a:srgbClr val="000000"/>
                </a:solidFill>
                <a:latin typeface="Old English Text MT" pitchFamily="66" charset="0"/>
                <a:cs typeface="Times New Roman" pitchFamily="18" charset="0"/>
              </a:rPr>
              <a:t>}}</a:t>
            </a:r>
            <a:endParaRPr lang="es-VE" altLang="es-VE" sz="4800" b="1" dirty="0">
              <a:solidFill>
                <a:srgbClr val="000000"/>
              </a:solidFill>
              <a:latin typeface="Old English Text MT" pitchFamily="66" charset="0"/>
              <a:cs typeface="Times New Roman" pitchFamily="18" charset="0"/>
            </a:endParaRPr>
          </a:p>
        </p:txBody>
      </p:sp>
      <p:sp>
        <p:nvSpPr>
          <p:cNvPr id="2052" name="78 CuadroTexto"/>
          <p:cNvSpPr txBox="1">
            <a:spLocks noChangeArrowheads="1"/>
          </p:cNvSpPr>
          <p:nvPr/>
        </p:nvSpPr>
        <p:spPr bwMode="auto">
          <a:xfrm>
            <a:off x="0" y="8791575"/>
            <a:ext cx="1004570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800" dirty="0">
                <a:solidFill>
                  <a:srgbClr val="000000"/>
                </a:solidFill>
                <a:latin typeface="Lucida Calligraphy" pitchFamily="66" charset="0"/>
              </a:rPr>
              <a:t>Certifica Que:</a:t>
            </a:r>
          </a:p>
        </p:txBody>
      </p:sp>
      <p:sp>
        <p:nvSpPr>
          <p:cNvPr id="2053" name="20 CuadroTexto"/>
          <p:cNvSpPr txBox="1">
            <a:spLocks noChangeArrowheads="1"/>
          </p:cNvSpPr>
          <p:nvPr/>
        </p:nvSpPr>
        <p:spPr bwMode="auto">
          <a:xfrm>
            <a:off x="1003300" y="10237788"/>
            <a:ext cx="7977188" cy="204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Ha presentado satisfactoriamente su examen reglamentario, demostrando gran aplicación en el aprendizaje del                   </a:t>
            </a:r>
            <a:r>
              <a:rPr lang="es-VE" altLang="es-VE" sz="24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Karate - Do </a:t>
            </a:r>
            <a:r>
              <a:rPr lang="es-VE" altLang="es-VE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estilo </a:t>
            </a:r>
            <a:r>
              <a:rPr lang="es-VE" altLang="es-VE" sz="24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Okinawa </a:t>
            </a:r>
            <a:r>
              <a:rPr lang="es-VE" altLang="es-VE" sz="24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Gojyu</a:t>
            </a:r>
            <a:r>
              <a:rPr lang="es-VE" altLang="es-VE" sz="24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s-VE" altLang="es-VE" sz="24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Ryu</a:t>
            </a:r>
            <a:r>
              <a:rPr lang="es-VE" altLang="es-VE" sz="24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VE" altLang="es-VE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y en virtud </a:t>
            </a:r>
            <a:r>
              <a:rPr lang="ja-JP" altLang="es-VE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　　　　　　　</a:t>
            </a:r>
            <a:r>
              <a:rPr lang="es-VE" altLang="es-VE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su progreso se le otorga el grado de</a:t>
            </a:r>
          </a:p>
          <a:p>
            <a:pPr algn="ctr" eaLnBrk="1" hangingPunct="1"/>
            <a:endParaRPr lang="es-VE" altLang="es-VE" sz="32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4" name="74 Rectángulo"/>
          <p:cNvSpPr>
            <a:spLocks noChangeArrowheads="1"/>
          </p:cNvSpPr>
          <p:nvPr/>
        </p:nvSpPr>
        <p:spPr bwMode="auto">
          <a:xfrm>
            <a:off x="6394450" y="12287250"/>
            <a:ext cx="2951163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s-VE" altLang="es-VE" sz="17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s-VE" altLang="es-VE" sz="17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Registro N</a:t>
            </a:r>
            <a:r>
              <a:rPr lang="es-VE" altLang="es-VE" sz="17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°:</a:t>
            </a:r>
            <a:endParaRPr lang="es-VE" altLang="es-VE" dirty="0"/>
          </a:p>
        </p:txBody>
      </p:sp>
      <p:sp>
        <p:nvSpPr>
          <p:cNvPr id="2055" name="88 CuadroTexto"/>
          <p:cNvSpPr txBox="1">
            <a:spLocks noChangeArrowheads="1"/>
          </p:cNvSpPr>
          <p:nvPr/>
        </p:nvSpPr>
        <p:spPr bwMode="auto">
          <a:xfrm>
            <a:off x="7255485" y="1804988"/>
            <a:ext cx="775678" cy="574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MX" altLang="ja-JP" sz="4000" dirty="0" smtClean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{{</a:t>
            </a:r>
            <a:r>
              <a:rPr lang="es-MX" altLang="ja-JP" sz="4000" dirty="0" err="1" smtClean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nombre_katakana</a:t>
            </a:r>
            <a:r>
              <a:rPr lang="es-MX" altLang="ja-JP" sz="4000" dirty="0" smtClean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}}</a:t>
            </a:r>
            <a:endParaRPr lang="es-VE" altLang="ja-JP" sz="4000" dirty="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4" name="33 Rectángulo"/>
          <p:cNvSpPr/>
          <p:nvPr/>
        </p:nvSpPr>
        <p:spPr>
          <a:xfrm>
            <a:off x="8124324" y="3938121"/>
            <a:ext cx="642942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ja-JP" altLang="es-VE" sz="80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證</a:t>
            </a:r>
            <a:endParaRPr lang="es-VE" sz="80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0" name="29 CuadroTexto"/>
          <p:cNvSpPr txBox="1"/>
          <p:nvPr/>
        </p:nvSpPr>
        <p:spPr>
          <a:xfrm>
            <a:off x="5524852" y="2157033"/>
            <a:ext cx="938158" cy="5650370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52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剛柔流空手道</a:t>
            </a:r>
            <a:endParaRPr lang="es-VE" sz="52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1" name="30 CuadroTexto"/>
          <p:cNvSpPr txBox="1"/>
          <p:nvPr/>
        </p:nvSpPr>
        <p:spPr>
          <a:xfrm>
            <a:off x="6316940" y="2157033"/>
            <a:ext cx="938158" cy="4507598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71" eaLnBrk="1" hangingPunct="1">
              <a:defRPr/>
            </a:pPr>
            <a:r>
              <a:rPr lang="ja-JP" altLang="es-VE" sz="52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右者沖縄伝</a:t>
            </a:r>
            <a:endParaRPr lang="es-VE" sz="52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2061" name="80 CuadroTexto"/>
          <p:cNvSpPr txBox="1">
            <a:spLocks noChangeArrowheads="1"/>
          </p:cNvSpPr>
          <p:nvPr/>
        </p:nvSpPr>
        <p:spPr bwMode="auto">
          <a:xfrm>
            <a:off x="4195763" y="2309813"/>
            <a:ext cx="836612" cy="565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ja-JP" altLang="es-VE" sz="4400" dirty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ベネズエラ剛柔流</a:t>
            </a:r>
            <a:endParaRPr lang="es-VE" altLang="es-VE" sz="4400" dirty="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9" name="38 CuadroTexto"/>
          <p:cNvSpPr txBox="1"/>
          <p:nvPr/>
        </p:nvSpPr>
        <p:spPr>
          <a:xfrm>
            <a:off x="3338254" y="2304554"/>
            <a:ext cx="818446" cy="5650370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44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空手道協会</a:t>
            </a:r>
            <a:endParaRPr lang="es-VE" sz="44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2063" name="82 CuadroTexto"/>
          <p:cNvSpPr txBox="1">
            <a:spLocks noChangeArrowheads="1"/>
          </p:cNvSpPr>
          <p:nvPr/>
        </p:nvSpPr>
        <p:spPr bwMode="auto">
          <a:xfrm>
            <a:off x="2934879" y="3168650"/>
            <a:ext cx="529456" cy="374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 anchor="ctr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MX" altLang="ja-JP" sz="2400" dirty="0" smtClean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{{</a:t>
            </a:r>
            <a:r>
              <a:rPr lang="es-MX" altLang="ja-JP" sz="2400" dirty="0" err="1" smtClean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fecha_japonesa</a:t>
            </a:r>
            <a:r>
              <a:rPr lang="es-MX" altLang="ja-JP" sz="2400" dirty="0" smtClean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}}</a:t>
            </a:r>
            <a:endParaRPr lang="es-VE" altLang="es-VE" sz="2400" dirty="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6" name="45 CuadroTexto"/>
          <p:cNvSpPr txBox="1"/>
          <p:nvPr/>
        </p:nvSpPr>
        <p:spPr>
          <a:xfrm>
            <a:off x="2044164" y="1877185"/>
            <a:ext cx="818446" cy="5179897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4400" spc="-3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ベラスケス会道場</a:t>
            </a:r>
            <a:endParaRPr lang="es-VE" sz="4400" spc="-3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3" name="42 CuadroTexto"/>
          <p:cNvSpPr txBox="1"/>
          <p:nvPr/>
        </p:nvSpPr>
        <p:spPr>
          <a:xfrm>
            <a:off x="1505735" y="1903084"/>
            <a:ext cx="683729" cy="6666166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35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ベルデウイリアン師範</a:t>
            </a:r>
            <a:endParaRPr lang="es-VE" sz="35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5" name="44 CuadroTexto"/>
          <p:cNvSpPr txBox="1"/>
          <p:nvPr/>
        </p:nvSpPr>
        <p:spPr>
          <a:xfrm>
            <a:off x="889280" y="1903084"/>
            <a:ext cx="683729" cy="5650370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35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ベラスケスセサル先生</a:t>
            </a:r>
            <a:endParaRPr lang="es-VE" sz="35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2067" name="10 CuadroTexto"/>
          <p:cNvSpPr txBox="1">
            <a:spLocks noChangeArrowheads="1"/>
          </p:cNvSpPr>
          <p:nvPr/>
        </p:nvSpPr>
        <p:spPr bwMode="auto">
          <a:xfrm>
            <a:off x="0" y="7345363"/>
            <a:ext cx="10045700" cy="141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800" dirty="0">
                <a:solidFill>
                  <a:srgbClr val="000000"/>
                </a:solidFill>
                <a:latin typeface="Arial Black" pitchFamily="34" charset="0"/>
              </a:rPr>
              <a:t>ORGANIZACIÓN  GOJYU RYU  KARATE DO                                                                                 DE VENEZUELA                                                                                              </a:t>
            </a:r>
            <a:r>
              <a:rPr lang="es-VE" altLang="es-VE" sz="3100" dirty="0">
                <a:solidFill>
                  <a:srgbClr val="000000"/>
                </a:solidFill>
                <a:latin typeface="Arial Black" pitchFamily="34" charset="0"/>
              </a:rPr>
              <a:t>O.G.K.V.</a:t>
            </a:r>
          </a:p>
        </p:txBody>
      </p:sp>
      <p:pic>
        <p:nvPicPr>
          <p:cNvPr id="2068" name="Imagen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CFB"/>
              </a:clrFrom>
              <a:clrTo>
                <a:srgbClr val="FFFC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138" y="12890500"/>
            <a:ext cx="1152525" cy="103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9" name="39 Imagen" descr="EMBLEMA OGKV KYU 2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75" y="360363"/>
            <a:ext cx="1779588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0" name="6 Rectángulo"/>
          <p:cNvSpPr>
            <a:spLocks noChangeArrowheads="1"/>
          </p:cNvSpPr>
          <p:nvPr/>
        </p:nvSpPr>
        <p:spPr bwMode="auto">
          <a:xfrm>
            <a:off x="5922963" y="14176375"/>
            <a:ext cx="2411412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Director Técnico de la O.G.K.V</a:t>
            </a:r>
            <a:r>
              <a:rPr lang="ja-JP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　</a:t>
            </a:r>
            <a:endParaRPr lang="es-VE" altLang="es-VE" sz="140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</p:txBody>
      </p:sp>
      <p:cxnSp>
        <p:nvCxnSpPr>
          <p:cNvPr id="27" name="26 Conector recto"/>
          <p:cNvCxnSpPr/>
          <p:nvPr/>
        </p:nvCxnSpPr>
        <p:spPr>
          <a:xfrm>
            <a:off x="5859463" y="13970000"/>
            <a:ext cx="247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2" name="4 Rectángulo"/>
          <p:cNvSpPr>
            <a:spLocks noChangeArrowheads="1"/>
          </p:cNvSpPr>
          <p:nvPr/>
        </p:nvSpPr>
        <p:spPr bwMode="auto">
          <a:xfrm>
            <a:off x="5980113" y="14001750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Sensei César Velásquez</a:t>
            </a:r>
          </a:p>
        </p:txBody>
      </p:sp>
      <p:sp>
        <p:nvSpPr>
          <p:cNvPr id="2073" name="4 Rectángulo"/>
          <p:cNvSpPr>
            <a:spLocks noChangeArrowheads="1"/>
          </p:cNvSpPr>
          <p:nvPr/>
        </p:nvSpPr>
        <p:spPr bwMode="auto">
          <a:xfrm>
            <a:off x="1630363" y="14003338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Comisión Técnica</a:t>
            </a:r>
          </a:p>
        </p:txBody>
      </p:sp>
      <p:cxnSp>
        <p:nvCxnSpPr>
          <p:cNvPr id="32" name="37 Conector recto"/>
          <p:cNvCxnSpPr/>
          <p:nvPr/>
        </p:nvCxnSpPr>
        <p:spPr>
          <a:xfrm>
            <a:off x="1538288" y="13960475"/>
            <a:ext cx="247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37 Conector recto"/>
          <p:cNvCxnSpPr/>
          <p:nvPr/>
        </p:nvCxnSpPr>
        <p:spPr>
          <a:xfrm>
            <a:off x="1538288" y="13538200"/>
            <a:ext cx="247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7 Conector recto"/>
          <p:cNvCxnSpPr/>
          <p:nvPr/>
        </p:nvCxnSpPr>
        <p:spPr>
          <a:xfrm>
            <a:off x="1538288" y="13106400"/>
            <a:ext cx="247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20 CuadroTexto"/>
          <p:cNvSpPr txBox="1">
            <a:spLocks noChangeArrowheads="1"/>
          </p:cNvSpPr>
          <p:nvPr/>
        </p:nvSpPr>
        <p:spPr bwMode="auto">
          <a:xfrm>
            <a:off x="1003300" y="11709039"/>
            <a:ext cx="7977188" cy="572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32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{{</a:t>
            </a:r>
            <a:r>
              <a:rPr lang="es-VE" altLang="es-VE" sz="3200" b="1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grado_español</a:t>
            </a:r>
            <a:r>
              <a:rPr lang="es-VE" altLang="es-VE" sz="32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}}</a:t>
            </a:r>
            <a:endParaRPr lang="es-VE" altLang="es-VE" sz="32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74 Rectángulo"/>
          <p:cNvSpPr>
            <a:spLocks noChangeArrowheads="1"/>
          </p:cNvSpPr>
          <p:nvPr/>
        </p:nvSpPr>
        <p:spPr bwMode="auto">
          <a:xfrm>
            <a:off x="7532018" y="12543308"/>
            <a:ext cx="1292997" cy="341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{{registro}}</a:t>
            </a:r>
            <a:endParaRPr lang="es-VE" altLang="es-VE" dirty="0">
              <a:solidFill>
                <a:srgbClr val="000000"/>
              </a:solidFill>
            </a:endParaRPr>
          </a:p>
        </p:txBody>
      </p:sp>
      <p:sp>
        <p:nvSpPr>
          <p:cNvPr id="41" name="40 Rectángulo"/>
          <p:cNvSpPr/>
          <p:nvPr/>
        </p:nvSpPr>
        <p:spPr>
          <a:xfrm>
            <a:off x="8479234" y="1781334"/>
            <a:ext cx="432048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ja-JP" altLang="es-VE" sz="2000" spc="-30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第</a:t>
            </a:r>
            <a:r>
              <a:rPr lang="ja-JP" altLang="es-VE" sz="28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Batang" pitchFamily="18" charset="-127"/>
                <a:ea typeface="イワタ行書" pitchFamily="1" charset="-128"/>
              </a:rPr>
              <a:t>　</a:t>
            </a:r>
            <a:endParaRPr lang="es-VE" sz="28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Batang" pitchFamily="18" charset="-127"/>
              <a:ea typeface="イワタ行書" pitchFamily="1" charset="-128"/>
            </a:endParaRPr>
          </a:p>
        </p:txBody>
      </p:sp>
      <p:sp>
        <p:nvSpPr>
          <p:cNvPr id="42" name="41 Rectángulo"/>
          <p:cNvSpPr/>
          <p:nvPr/>
        </p:nvSpPr>
        <p:spPr>
          <a:xfrm>
            <a:off x="8479234" y="3408303"/>
            <a:ext cx="432048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ja-JP" altLang="es-VE" sz="2000" spc="-30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号</a:t>
            </a:r>
            <a:r>
              <a:rPr lang="ja-JP" altLang="es-VE" sz="28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Batang" pitchFamily="18" charset="-127"/>
                <a:ea typeface="イワタ行書" pitchFamily="1" charset="-128"/>
              </a:rPr>
              <a:t>　</a:t>
            </a:r>
            <a:endParaRPr lang="es-VE" sz="28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Batang" pitchFamily="18" charset="-127"/>
              <a:ea typeface="イワタ行書" pitchFamily="1" charset="-128"/>
            </a:endParaRPr>
          </a:p>
        </p:txBody>
      </p:sp>
      <p:sp>
        <p:nvSpPr>
          <p:cNvPr id="48" name="78 CuadroTexto"/>
          <p:cNvSpPr txBox="1">
            <a:spLocks noChangeArrowheads="1"/>
          </p:cNvSpPr>
          <p:nvPr/>
        </p:nvSpPr>
        <p:spPr bwMode="auto">
          <a:xfrm>
            <a:off x="4896123" y="2304951"/>
            <a:ext cx="991121" cy="1799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MX" altLang="es-VE" sz="5400" dirty="0" smtClean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{k}</a:t>
            </a:r>
            <a:endParaRPr lang="es-VE" altLang="es-VE" sz="5400" dirty="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1762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9397</TotalTime>
  <Words>134</Words>
  <Application>Microsoft Office PowerPoint</Application>
  <PresentationFormat>Personalizado</PresentationFormat>
  <Paragraphs>28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>Luffi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Certificado OGKV</dc:title>
  <dc:creator>César Velásquez</dc:creator>
  <dc:description/>
  <cp:lastModifiedBy>CD y JM</cp:lastModifiedBy>
  <cp:revision>574</cp:revision>
  <cp:lastPrinted>2025-12-20T03:06:34Z</cp:lastPrinted>
  <dcterms:created xsi:type="dcterms:W3CDTF">2009-07-25T14:43:43Z</dcterms:created>
  <dcterms:modified xsi:type="dcterms:W3CDTF">2026-03-04T23:22:45Z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Certificado OGKV</vt:lpwstr>
  </property>
  <property fmtid="{D5CDD505-2E9C-101B-9397-08002B2CF9AE}" pid="3" name="SlideDescription">
    <vt:lpwstr/>
  </property>
</Properties>
</file>